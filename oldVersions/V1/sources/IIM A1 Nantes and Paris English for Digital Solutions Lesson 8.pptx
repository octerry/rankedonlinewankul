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872" r:id="rId4"/>
    <p:sldId id="938" r:id="rId5"/>
    <p:sldId id="534" r:id="rId6"/>
    <p:sldId id="876" r:id="rId7"/>
    <p:sldId id="936" r:id="rId8"/>
    <p:sldId id="937" r:id="rId9"/>
    <p:sldId id="258"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67D7DD-C42C-4738-B6D5-2C6EDF0C913B}" v="5" dt="2025-11-14T12:55:41.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39" d="100"/>
          <a:sy n="39" d="100"/>
        </p:scale>
        <p:origin x="379"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NTON Kira" userId="a4555411-aa8a-4859-ab97-b8a2f1ba6fd4" providerId="ADAL" clId="{4867D7DD-C42C-4738-B6D5-2C6EDF0C913B}"/>
    <pc:docChg chg="custSel addSld delSld modSld">
      <pc:chgData name="DUNTON Kira" userId="a4555411-aa8a-4859-ab97-b8a2f1ba6fd4" providerId="ADAL" clId="{4867D7DD-C42C-4738-B6D5-2C6EDF0C913B}" dt="2025-11-14T12:55:44.868" v="263" actId="26606"/>
      <pc:docMkLst>
        <pc:docMk/>
      </pc:docMkLst>
      <pc:sldChg chg="modSp mod">
        <pc:chgData name="DUNTON Kira" userId="a4555411-aa8a-4859-ab97-b8a2f1ba6fd4" providerId="ADAL" clId="{4867D7DD-C42C-4738-B6D5-2C6EDF0C913B}" dt="2025-11-10T10:24:56.960" v="1" actId="20577"/>
        <pc:sldMkLst>
          <pc:docMk/>
          <pc:sldMk cId="379042540" sldId="256"/>
        </pc:sldMkLst>
        <pc:spChg chg="mod">
          <ac:chgData name="DUNTON Kira" userId="a4555411-aa8a-4859-ab97-b8a2f1ba6fd4" providerId="ADAL" clId="{4867D7DD-C42C-4738-B6D5-2C6EDF0C913B}" dt="2025-11-10T10:24:56.960" v="1" actId="20577"/>
          <ac:spMkLst>
            <pc:docMk/>
            <pc:sldMk cId="379042540" sldId="256"/>
            <ac:spMk id="4" creationId="{561F82CA-CF07-D64A-F66F-87379A982B60}"/>
          </ac:spMkLst>
        </pc:spChg>
      </pc:sldChg>
      <pc:sldChg chg="modSp mod">
        <pc:chgData name="DUNTON Kira" userId="a4555411-aa8a-4859-ab97-b8a2f1ba6fd4" providerId="ADAL" clId="{4867D7DD-C42C-4738-B6D5-2C6EDF0C913B}" dt="2025-11-14T12:54:00.622" v="88" actId="20577"/>
        <pc:sldMkLst>
          <pc:docMk/>
          <pc:sldMk cId="1478303801" sldId="257"/>
        </pc:sldMkLst>
        <pc:spChg chg="mod">
          <ac:chgData name="DUNTON Kira" userId="a4555411-aa8a-4859-ab97-b8a2f1ba6fd4" providerId="ADAL" clId="{4867D7DD-C42C-4738-B6D5-2C6EDF0C913B}" dt="2025-11-14T12:54:00.622" v="88" actId="20577"/>
          <ac:spMkLst>
            <pc:docMk/>
            <pc:sldMk cId="1478303801" sldId="257"/>
            <ac:spMk id="3" creationId="{38BD4514-FB75-CCE6-8C69-8A62E712712C}"/>
          </ac:spMkLst>
        </pc:spChg>
      </pc:sldChg>
      <pc:sldChg chg="modSp mod">
        <pc:chgData name="DUNTON Kira" userId="a4555411-aa8a-4859-ab97-b8a2f1ba6fd4" providerId="ADAL" clId="{4867D7DD-C42C-4738-B6D5-2C6EDF0C913B}" dt="2025-11-10T11:38:37.345" v="71" actId="20577"/>
        <pc:sldMkLst>
          <pc:docMk/>
          <pc:sldMk cId="3007953351" sldId="258"/>
        </pc:sldMkLst>
        <pc:spChg chg="mod">
          <ac:chgData name="DUNTON Kira" userId="a4555411-aa8a-4859-ab97-b8a2f1ba6fd4" providerId="ADAL" clId="{4867D7DD-C42C-4738-B6D5-2C6EDF0C913B}" dt="2025-11-10T11:38:37.345" v="71" actId="20577"/>
          <ac:spMkLst>
            <pc:docMk/>
            <pc:sldMk cId="3007953351" sldId="258"/>
            <ac:spMk id="3" creationId="{79C0177B-FD5E-377F-5A0D-2E09265E4171}"/>
          </ac:spMkLst>
        </pc:spChg>
      </pc:sldChg>
      <pc:sldChg chg="del">
        <pc:chgData name="DUNTON Kira" userId="a4555411-aa8a-4859-ab97-b8a2f1ba6fd4" providerId="ADAL" clId="{4867D7DD-C42C-4738-B6D5-2C6EDF0C913B}" dt="2025-11-10T11:38:07.071" v="17" actId="47"/>
        <pc:sldMkLst>
          <pc:docMk/>
          <pc:sldMk cId="2830966410" sldId="875"/>
        </pc:sldMkLst>
      </pc:sldChg>
      <pc:sldChg chg="del">
        <pc:chgData name="DUNTON Kira" userId="a4555411-aa8a-4859-ab97-b8a2f1ba6fd4" providerId="ADAL" clId="{4867D7DD-C42C-4738-B6D5-2C6EDF0C913B}" dt="2025-11-10T11:38:05.379" v="15" actId="47"/>
        <pc:sldMkLst>
          <pc:docMk/>
          <pc:sldMk cId="1462674997" sldId="877"/>
        </pc:sldMkLst>
      </pc:sldChg>
      <pc:sldChg chg="del">
        <pc:chgData name="DUNTON Kira" userId="a4555411-aa8a-4859-ab97-b8a2f1ba6fd4" providerId="ADAL" clId="{4867D7DD-C42C-4738-B6D5-2C6EDF0C913B}" dt="2025-11-10T11:38:18.279" v="18" actId="47"/>
        <pc:sldMkLst>
          <pc:docMk/>
          <pc:sldMk cId="1518148336" sldId="881"/>
        </pc:sldMkLst>
      </pc:sldChg>
      <pc:sldChg chg="del">
        <pc:chgData name="DUNTON Kira" userId="a4555411-aa8a-4859-ab97-b8a2f1ba6fd4" providerId="ADAL" clId="{4867D7DD-C42C-4738-B6D5-2C6EDF0C913B}" dt="2025-11-10T11:38:05.985" v="16" actId="47"/>
        <pc:sldMkLst>
          <pc:docMk/>
          <pc:sldMk cId="3327957726" sldId="933"/>
        </pc:sldMkLst>
      </pc:sldChg>
      <pc:sldChg chg="del">
        <pc:chgData name="DUNTON Kira" userId="a4555411-aa8a-4859-ab97-b8a2f1ba6fd4" providerId="ADAL" clId="{4867D7DD-C42C-4738-B6D5-2C6EDF0C913B}" dt="2025-11-10T11:38:19.047" v="19" actId="47"/>
        <pc:sldMkLst>
          <pc:docMk/>
          <pc:sldMk cId="2447650578" sldId="934"/>
        </pc:sldMkLst>
      </pc:sldChg>
      <pc:sldChg chg="del">
        <pc:chgData name="DUNTON Kira" userId="a4555411-aa8a-4859-ab97-b8a2f1ba6fd4" providerId="ADAL" clId="{4867D7DD-C42C-4738-B6D5-2C6EDF0C913B}" dt="2025-11-10T11:38:20.113" v="20" actId="47"/>
        <pc:sldMkLst>
          <pc:docMk/>
          <pc:sldMk cId="1039369466" sldId="935"/>
        </pc:sldMkLst>
      </pc:sldChg>
      <pc:sldChg chg="addSp delSp modSp new mod">
        <pc:chgData name="DUNTON Kira" userId="a4555411-aa8a-4859-ab97-b8a2f1ba6fd4" providerId="ADAL" clId="{4867D7DD-C42C-4738-B6D5-2C6EDF0C913B}" dt="2025-11-14T12:55:44.868" v="263" actId="26606"/>
        <pc:sldMkLst>
          <pc:docMk/>
          <pc:sldMk cId="563119485" sldId="938"/>
        </pc:sldMkLst>
        <pc:spChg chg="mod">
          <ac:chgData name="DUNTON Kira" userId="a4555411-aa8a-4859-ab97-b8a2f1ba6fd4" providerId="ADAL" clId="{4867D7DD-C42C-4738-B6D5-2C6EDF0C913B}" dt="2025-11-14T12:55:44.868" v="263" actId="26606"/>
          <ac:spMkLst>
            <pc:docMk/>
            <pc:sldMk cId="563119485" sldId="938"/>
            <ac:spMk id="2" creationId="{D932B92C-D5C9-CEAF-2CF1-EFA9FE3AD716}"/>
          </ac:spMkLst>
        </pc:spChg>
        <pc:spChg chg="add del mod">
          <ac:chgData name="DUNTON Kira" userId="a4555411-aa8a-4859-ab97-b8a2f1ba6fd4" providerId="ADAL" clId="{4867D7DD-C42C-4738-B6D5-2C6EDF0C913B}" dt="2025-11-14T12:55:44.868" v="263" actId="26606"/>
          <ac:spMkLst>
            <pc:docMk/>
            <pc:sldMk cId="563119485" sldId="938"/>
            <ac:spMk id="3" creationId="{BEDAAC97-D0D8-3FA1-D959-75D860B4FE98}"/>
          </ac:spMkLst>
        </pc:spChg>
        <pc:picChg chg="add del mod">
          <ac:chgData name="DUNTON Kira" userId="a4555411-aa8a-4859-ab97-b8a2f1ba6fd4" providerId="ADAL" clId="{4867D7DD-C42C-4738-B6D5-2C6EDF0C913B}" dt="2025-11-14T12:54:55.497" v="121"/>
          <ac:picMkLst>
            <pc:docMk/>
            <pc:sldMk cId="563119485" sldId="938"/>
            <ac:picMk id="5" creationId="{93910DFD-3084-7240-73AF-576CDFEFF473}"/>
          </ac:picMkLst>
        </pc:picChg>
        <pc:picChg chg="add mod">
          <ac:chgData name="DUNTON Kira" userId="a4555411-aa8a-4859-ab97-b8a2f1ba6fd4" providerId="ADAL" clId="{4867D7DD-C42C-4738-B6D5-2C6EDF0C913B}" dt="2025-11-14T12:55:44.868" v="263" actId="26606"/>
          <ac:picMkLst>
            <pc:docMk/>
            <pc:sldMk cId="563119485" sldId="938"/>
            <ac:picMk id="7" creationId="{24C96D8D-1516-CC0D-79E5-08813525EE35}"/>
          </ac:picMkLst>
        </pc:picChg>
      </pc:sldChg>
      <pc:sldChg chg="del">
        <pc:chgData name="DUNTON Kira" userId="a4555411-aa8a-4859-ab97-b8a2f1ba6fd4" providerId="ADAL" clId="{4867D7DD-C42C-4738-B6D5-2C6EDF0C913B}" dt="2025-11-10T11:38:26.413" v="21" actId="47"/>
        <pc:sldMkLst>
          <pc:docMk/>
          <pc:sldMk cId="1816360125" sldId="93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r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165ACD-F83A-420E-87F7-CA6729FBD84F}"/>
              </a:ext>
            </a:extLst>
          </p:cNvPr>
          <p:cNvSpPr/>
          <p:nvPr userDrawn="1"/>
        </p:nvSpPr>
        <p:spPr>
          <a:xfrm>
            <a:off x="-1" y="0"/>
            <a:ext cx="12192001" cy="3427977"/>
          </a:xfrm>
          <a:prstGeom prst="rect">
            <a:avLst/>
          </a:prstGeom>
          <a:solidFill>
            <a:srgbClr val="685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space réservé du texte 16">
            <a:extLst>
              <a:ext uri="{FF2B5EF4-FFF2-40B4-BE49-F238E27FC236}">
                <a16:creationId xmlns:a16="http://schemas.microsoft.com/office/drawing/2014/main" id="{877E33BE-8B4E-4719-BA0F-3EC6C53C5712}"/>
              </a:ext>
            </a:extLst>
          </p:cNvPr>
          <p:cNvSpPr>
            <a:spLocks noGrp="1"/>
          </p:cNvSpPr>
          <p:nvPr>
            <p:ph type="body" sz="quarter" idx="12" hasCustomPrompt="1"/>
          </p:nvPr>
        </p:nvSpPr>
        <p:spPr>
          <a:xfrm>
            <a:off x="1897063" y="5055195"/>
            <a:ext cx="8469312" cy="774106"/>
          </a:xfrm>
          <a:prstGeom prst="rect">
            <a:avLst/>
          </a:prstGeom>
        </p:spPr>
        <p:txBody>
          <a:bodyPr>
            <a:normAutofit/>
          </a:bodyPr>
          <a:lstStyle>
            <a:lvl1pPr marL="0" indent="0" algn="ctr">
              <a:buNone/>
              <a:defRPr sz="6000" cap="all" baseline="0">
                <a:solidFill>
                  <a:srgbClr val="305174"/>
                </a:solidFill>
                <a:latin typeface="AlternateGothicEF-NoTwo"/>
              </a:defRPr>
            </a:lvl1pPr>
          </a:lstStyle>
          <a:p>
            <a:pPr lvl="0"/>
            <a:r>
              <a:rPr lang="fr-FR"/>
              <a:t>TITRE</a:t>
            </a:r>
          </a:p>
        </p:txBody>
      </p:sp>
      <p:grpSp>
        <p:nvGrpSpPr>
          <p:cNvPr id="65" name="Groupe 64">
            <a:extLst>
              <a:ext uri="{FF2B5EF4-FFF2-40B4-BE49-F238E27FC236}">
                <a16:creationId xmlns:a16="http://schemas.microsoft.com/office/drawing/2014/main" id="{6F32B1AB-B74E-4E0D-BECB-56ABA7F53031}"/>
              </a:ext>
            </a:extLst>
          </p:cNvPr>
          <p:cNvGrpSpPr/>
          <p:nvPr/>
        </p:nvGrpSpPr>
        <p:grpSpPr>
          <a:xfrm>
            <a:off x="5457824" y="2965236"/>
            <a:ext cx="1276350" cy="1276350"/>
            <a:chOff x="5036457" y="2369457"/>
            <a:chExt cx="2119086" cy="2119086"/>
          </a:xfrm>
        </p:grpSpPr>
        <p:sp>
          <p:nvSpPr>
            <p:cNvPr id="66" name="Rectangle 65">
              <a:extLst>
                <a:ext uri="{FF2B5EF4-FFF2-40B4-BE49-F238E27FC236}">
                  <a16:creationId xmlns:a16="http://schemas.microsoft.com/office/drawing/2014/main" id="{A291FB0D-0987-4DE6-8A78-78C54B51E17B}"/>
                </a:ext>
              </a:extLst>
            </p:cNvPr>
            <p:cNvSpPr/>
            <p:nvPr/>
          </p:nvSpPr>
          <p:spPr>
            <a:xfrm>
              <a:off x="5036457" y="2369457"/>
              <a:ext cx="2119086" cy="21190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7" name="Graphique 46">
              <a:extLst>
                <a:ext uri="{FF2B5EF4-FFF2-40B4-BE49-F238E27FC236}">
                  <a16:creationId xmlns:a16="http://schemas.microsoft.com/office/drawing/2014/main" id="{4B589889-4975-41E4-BC2F-019BF0243549}"/>
                </a:ext>
              </a:extLst>
            </p:cNvPr>
            <p:cNvGrpSpPr/>
            <p:nvPr/>
          </p:nvGrpSpPr>
          <p:grpSpPr>
            <a:xfrm>
              <a:off x="5302291" y="2818130"/>
              <a:ext cx="1587473" cy="1222343"/>
              <a:chOff x="3262215" y="1248006"/>
              <a:chExt cx="5667764" cy="4364135"/>
            </a:xfrm>
            <a:solidFill>
              <a:schemeClr val="bg1"/>
            </a:solidFill>
          </p:grpSpPr>
          <p:sp>
            <p:nvSpPr>
              <p:cNvPr id="68" name="Forme libre : forme 67">
                <a:extLst>
                  <a:ext uri="{FF2B5EF4-FFF2-40B4-BE49-F238E27FC236}">
                    <a16:creationId xmlns:a16="http://schemas.microsoft.com/office/drawing/2014/main" id="{32AD8A89-EA2A-4E61-B0D3-C72276EB55B9}"/>
                  </a:ext>
                </a:extLst>
              </p:cNvPr>
              <p:cNvSpPr/>
              <p:nvPr/>
            </p:nvSpPr>
            <p:spPr>
              <a:xfrm>
                <a:off x="6721506" y="3236245"/>
                <a:ext cx="840867" cy="952345"/>
              </a:xfrm>
              <a:custGeom>
                <a:avLst/>
                <a:gdLst>
                  <a:gd name="connsiteX0" fmla="*/ 235431 w 840867"/>
                  <a:gd name="connsiteY0" fmla="*/ 386834 h 952345"/>
                  <a:gd name="connsiteX1" fmla="*/ 235431 w 840867"/>
                  <a:gd name="connsiteY1" fmla="*/ 424934 h 952345"/>
                  <a:gd name="connsiteX2" fmla="*/ 235431 w 840867"/>
                  <a:gd name="connsiteY2" fmla="*/ 893088 h 952345"/>
                  <a:gd name="connsiteX3" fmla="*/ 175232 w 840867"/>
                  <a:gd name="connsiteY3" fmla="*/ 951762 h 952345"/>
                  <a:gd name="connsiteX4" fmla="*/ 33215 w 840867"/>
                  <a:gd name="connsiteY4" fmla="*/ 951762 h 952345"/>
                  <a:gd name="connsiteX5" fmla="*/ -2313 w 840867"/>
                  <a:gd name="connsiteY5" fmla="*/ 915281 h 952345"/>
                  <a:gd name="connsiteX6" fmla="*/ -2313 w 840867"/>
                  <a:gd name="connsiteY6" fmla="*/ 38981 h 952345"/>
                  <a:gd name="connsiteX7" fmla="*/ 38836 w 840867"/>
                  <a:gd name="connsiteY7" fmla="*/ -357 h 952345"/>
                  <a:gd name="connsiteX8" fmla="*/ 212763 w 840867"/>
                  <a:gd name="connsiteY8" fmla="*/ -357 h 952345"/>
                  <a:gd name="connsiteX9" fmla="*/ 287723 w 840867"/>
                  <a:gd name="connsiteY9" fmla="*/ 41934 h 952345"/>
                  <a:gd name="connsiteX10" fmla="*/ 572427 w 840867"/>
                  <a:gd name="connsiteY10" fmla="*/ 503516 h 952345"/>
                  <a:gd name="connsiteX11" fmla="*/ 598811 w 840867"/>
                  <a:gd name="connsiteY11" fmla="*/ 544568 h 952345"/>
                  <a:gd name="connsiteX12" fmla="*/ 600906 w 840867"/>
                  <a:gd name="connsiteY12" fmla="*/ 503896 h 952345"/>
                  <a:gd name="connsiteX13" fmla="*/ 600906 w 840867"/>
                  <a:gd name="connsiteY13" fmla="*/ 57079 h 952345"/>
                  <a:gd name="connsiteX14" fmla="*/ 659484 w 840867"/>
                  <a:gd name="connsiteY14" fmla="*/ -71 h 952345"/>
                  <a:gd name="connsiteX15" fmla="*/ 794357 w 840867"/>
                  <a:gd name="connsiteY15" fmla="*/ -71 h 952345"/>
                  <a:gd name="connsiteX16" fmla="*/ 838555 w 840867"/>
                  <a:gd name="connsiteY16" fmla="*/ 44887 h 952345"/>
                  <a:gd name="connsiteX17" fmla="*/ 838555 w 840867"/>
                  <a:gd name="connsiteY17" fmla="*/ 910233 h 952345"/>
                  <a:gd name="connsiteX18" fmla="*/ 796646 w 840867"/>
                  <a:gd name="connsiteY18" fmla="*/ 951857 h 952345"/>
                  <a:gd name="connsiteX19" fmla="*/ 636911 w 840867"/>
                  <a:gd name="connsiteY19" fmla="*/ 951857 h 952345"/>
                  <a:gd name="connsiteX20" fmla="*/ 565092 w 840867"/>
                  <a:gd name="connsiteY20" fmla="*/ 911090 h 952345"/>
                  <a:gd name="connsiteX21" fmla="*/ 268483 w 840867"/>
                  <a:gd name="connsiteY21" fmla="*/ 423601 h 952345"/>
                  <a:gd name="connsiteX22" fmla="*/ 244479 w 840867"/>
                  <a:gd name="connsiteY22" fmla="*/ 385501 h 95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40867" h="952345">
                    <a:moveTo>
                      <a:pt x="235431" y="386834"/>
                    </a:moveTo>
                    <a:lnTo>
                      <a:pt x="235431" y="424934"/>
                    </a:lnTo>
                    <a:cubicBezTo>
                      <a:pt x="235431" y="580954"/>
                      <a:pt x="235431" y="737002"/>
                      <a:pt x="235431" y="893088"/>
                    </a:cubicBezTo>
                    <a:cubicBezTo>
                      <a:pt x="235431" y="950714"/>
                      <a:pt x="234385" y="951667"/>
                      <a:pt x="175232" y="951762"/>
                    </a:cubicBezTo>
                    <a:cubicBezTo>
                      <a:pt x="127607" y="951762"/>
                      <a:pt x="80554" y="951191"/>
                      <a:pt x="33215" y="951762"/>
                    </a:cubicBezTo>
                    <a:cubicBezTo>
                      <a:pt x="7498" y="951762"/>
                      <a:pt x="-2313" y="940713"/>
                      <a:pt x="-2313" y="915281"/>
                    </a:cubicBezTo>
                    <a:cubicBezTo>
                      <a:pt x="-1931" y="623178"/>
                      <a:pt x="-1931" y="331084"/>
                      <a:pt x="-2313" y="38981"/>
                    </a:cubicBezTo>
                    <a:cubicBezTo>
                      <a:pt x="-2313" y="9549"/>
                      <a:pt x="10926" y="-738"/>
                      <a:pt x="38836" y="-357"/>
                    </a:cubicBezTo>
                    <a:cubicBezTo>
                      <a:pt x="96747" y="500"/>
                      <a:pt x="154850" y="1262"/>
                      <a:pt x="212763" y="-357"/>
                    </a:cubicBezTo>
                    <a:cubicBezTo>
                      <a:pt x="247814" y="-1500"/>
                      <a:pt x="269913" y="12692"/>
                      <a:pt x="287723" y="41934"/>
                    </a:cubicBezTo>
                    <a:cubicBezTo>
                      <a:pt x="381927" y="196239"/>
                      <a:pt x="477367" y="349782"/>
                      <a:pt x="572427" y="503516"/>
                    </a:cubicBezTo>
                    <a:cubicBezTo>
                      <a:pt x="579189" y="514469"/>
                      <a:pt x="586333" y="525232"/>
                      <a:pt x="598811" y="544568"/>
                    </a:cubicBezTo>
                    <a:cubicBezTo>
                      <a:pt x="599858" y="525518"/>
                      <a:pt x="600906" y="514469"/>
                      <a:pt x="600906" y="503896"/>
                    </a:cubicBezTo>
                    <a:cubicBezTo>
                      <a:pt x="600906" y="354925"/>
                      <a:pt x="600906" y="205983"/>
                      <a:pt x="600906" y="57079"/>
                    </a:cubicBezTo>
                    <a:cubicBezTo>
                      <a:pt x="600906" y="1548"/>
                      <a:pt x="602334" y="-71"/>
                      <a:pt x="659484" y="-71"/>
                    </a:cubicBezTo>
                    <a:cubicBezTo>
                      <a:pt x="704442" y="-71"/>
                      <a:pt x="749400" y="595"/>
                      <a:pt x="794357" y="-71"/>
                    </a:cubicBezTo>
                    <a:cubicBezTo>
                      <a:pt x="825981" y="-643"/>
                      <a:pt x="838650" y="13359"/>
                      <a:pt x="838555" y="44887"/>
                    </a:cubicBezTo>
                    <a:cubicBezTo>
                      <a:pt x="837983" y="333370"/>
                      <a:pt x="837983" y="621816"/>
                      <a:pt x="838555" y="910233"/>
                    </a:cubicBezTo>
                    <a:cubicBezTo>
                      <a:pt x="838555" y="940999"/>
                      <a:pt x="826839" y="952619"/>
                      <a:pt x="796646" y="951857"/>
                    </a:cubicBezTo>
                    <a:cubicBezTo>
                      <a:pt x="743400" y="950619"/>
                      <a:pt x="690059" y="950238"/>
                      <a:pt x="636911" y="951857"/>
                    </a:cubicBezTo>
                    <a:cubicBezTo>
                      <a:pt x="603288" y="953000"/>
                      <a:pt x="582238" y="939570"/>
                      <a:pt x="565092" y="911090"/>
                    </a:cubicBezTo>
                    <a:cubicBezTo>
                      <a:pt x="466889" y="748117"/>
                      <a:pt x="367449" y="586002"/>
                      <a:pt x="268483" y="423601"/>
                    </a:cubicBezTo>
                    <a:cubicBezTo>
                      <a:pt x="260578" y="410742"/>
                      <a:pt x="252481" y="397883"/>
                      <a:pt x="244479" y="385501"/>
                    </a:cubicBezTo>
                    <a:close/>
                  </a:path>
                </a:pathLst>
              </a:custGeom>
              <a:grpFill/>
              <a:ln w="9525" cap="flat">
                <a:noFill/>
                <a:prstDash val="solid"/>
                <a:miter/>
              </a:ln>
            </p:spPr>
            <p:txBody>
              <a:bodyPr rtlCol="0" anchor="ctr"/>
              <a:lstStyle/>
              <a:p>
                <a:endParaRPr lang="fr-FR"/>
              </a:p>
            </p:txBody>
          </p:sp>
          <p:sp>
            <p:nvSpPr>
              <p:cNvPr id="69" name="Forme libre : forme 68">
                <a:extLst>
                  <a:ext uri="{FF2B5EF4-FFF2-40B4-BE49-F238E27FC236}">
                    <a16:creationId xmlns:a16="http://schemas.microsoft.com/office/drawing/2014/main" id="{F683A364-F8C8-49C6-922E-574DFC6FCD0D}"/>
                  </a:ext>
                </a:extLst>
              </p:cNvPr>
              <p:cNvSpPr/>
              <p:nvPr/>
            </p:nvSpPr>
            <p:spPr>
              <a:xfrm>
                <a:off x="3262215" y="3236094"/>
                <a:ext cx="836341" cy="952688"/>
              </a:xfrm>
              <a:custGeom>
                <a:avLst/>
                <a:gdLst>
                  <a:gd name="connsiteX0" fmla="*/ -1930 w 836341"/>
                  <a:gd name="connsiteY0" fmla="*/ 476139 h 952688"/>
                  <a:gd name="connsiteX1" fmla="*/ -1930 w 836341"/>
                  <a:gd name="connsiteY1" fmla="*/ 46847 h 952688"/>
                  <a:gd name="connsiteX2" fmla="*/ 44837 w 836341"/>
                  <a:gd name="connsiteY2" fmla="*/ 270 h 952688"/>
                  <a:gd name="connsiteX3" fmla="*/ 410217 w 836341"/>
                  <a:gd name="connsiteY3" fmla="*/ 5890 h 952688"/>
                  <a:gd name="connsiteX4" fmla="*/ 833889 w 836341"/>
                  <a:gd name="connsiteY4" fmla="*/ 487854 h 952688"/>
                  <a:gd name="connsiteX5" fmla="*/ 389165 w 836341"/>
                  <a:gd name="connsiteY5" fmla="*/ 949245 h 952688"/>
                  <a:gd name="connsiteX6" fmla="*/ 34168 w 836341"/>
                  <a:gd name="connsiteY6" fmla="*/ 951817 h 952688"/>
                  <a:gd name="connsiteX7" fmla="*/ -2311 w 836341"/>
                  <a:gd name="connsiteY7" fmla="*/ 908955 h 952688"/>
                  <a:gd name="connsiteX8" fmla="*/ -1930 w 836341"/>
                  <a:gd name="connsiteY8" fmla="*/ 476139 h 952688"/>
                  <a:gd name="connsiteX9" fmla="*/ 248576 w 836341"/>
                  <a:gd name="connsiteY9" fmla="*/ 230679 h 952688"/>
                  <a:gd name="connsiteX10" fmla="*/ 248576 w 836341"/>
                  <a:gd name="connsiteY10" fmla="*/ 724265 h 952688"/>
                  <a:gd name="connsiteX11" fmla="*/ 350686 w 836341"/>
                  <a:gd name="connsiteY11" fmla="*/ 724265 h 952688"/>
                  <a:gd name="connsiteX12" fmla="*/ 586048 w 836341"/>
                  <a:gd name="connsiteY12" fmla="*/ 464871 h 952688"/>
                  <a:gd name="connsiteX13" fmla="*/ 562901 w 836341"/>
                  <a:gd name="connsiteY13" fmla="*/ 371840 h 952688"/>
                  <a:gd name="connsiteX14" fmla="*/ 248576 w 836341"/>
                  <a:gd name="connsiteY14" fmla="*/ 230679 h 95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6341" h="952688">
                    <a:moveTo>
                      <a:pt x="-1930" y="476139"/>
                    </a:moveTo>
                    <a:cubicBezTo>
                      <a:pt x="-1930" y="333007"/>
                      <a:pt x="-1930" y="189913"/>
                      <a:pt x="-1930" y="46847"/>
                    </a:cubicBezTo>
                    <a:cubicBezTo>
                      <a:pt x="-1930" y="4461"/>
                      <a:pt x="2261" y="-111"/>
                      <a:pt x="44837" y="270"/>
                    </a:cubicBezTo>
                    <a:cubicBezTo>
                      <a:pt x="166662" y="1318"/>
                      <a:pt x="289152" y="-4493"/>
                      <a:pt x="410217" y="5890"/>
                    </a:cubicBezTo>
                    <a:cubicBezTo>
                      <a:pt x="646245" y="26178"/>
                      <a:pt x="839984" y="251444"/>
                      <a:pt x="833889" y="487854"/>
                    </a:cubicBezTo>
                    <a:cubicBezTo>
                      <a:pt x="827792" y="728361"/>
                      <a:pt x="628625" y="937721"/>
                      <a:pt x="389165" y="949245"/>
                    </a:cubicBezTo>
                    <a:cubicBezTo>
                      <a:pt x="271056" y="954961"/>
                      <a:pt x="152470" y="950579"/>
                      <a:pt x="34168" y="951817"/>
                    </a:cubicBezTo>
                    <a:cubicBezTo>
                      <a:pt x="2642" y="951817"/>
                      <a:pt x="-2407" y="935244"/>
                      <a:pt x="-2311" y="908955"/>
                    </a:cubicBezTo>
                    <a:cubicBezTo>
                      <a:pt x="-1551" y="764651"/>
                      <a:pt x="-1930" y="620157"/>
                      <a:pt x="-1930" y="476139"/>
                    </a:cubicBezTo>
                    <a:close/>
                    <a:moveTo>
                      <a:pt x="248576" y="230679"/>
                    </a:moveTo>
                    <a:lnTo>
                      <a:pt x="248576" y="724265"/>
                    </a:lnTo>
                    <a:cubicBezTo>
                      <a:pt x="284676" y="724265"/>
                      <a:pt x="317727" y="726075"/>
                      <a:pt x="350686" y="724265"/>
                    </a:cubicBezTo>
                    <a:cubicBezTo>
                      <a:pt x="487273" y="717617"/>
                      <a:pt x="592620" y="601478"/>
                      <a:pt x="586048" y="464871"/>
                    </a:cubicBezTo>
                    <a:cubicBezTo>
                      <a:pt x="584427" y="432648"/>
                      <a:pt x="576619" y="401053"/>
                      <a:pt x="562901" y="371840"/>
                    </a:cubicBezTo>
                    <a:cubicBezTo>
                      <a:pt x="512704" y="259731"/>
                      <a:pt x="392404" y="205343"/>
                      <a:pt x="248576" y="230679"/>
                    </a:cubicBezTo>
                    <a:close/>
                  </a:path>
                </a:pathLst>
              </a:custGeom>
              <a:grpFill/>
              <a:ln w="9525" cap="flat">
                <a:noFill/>
                <a:prstDash val="solid"/>
                <a:miter/>
              </a:ln>
            </p:spPr>
            <p:txBody>
              <a:bodyPr rtlCol="0" anchor="ctr"/>
              <a:lstStyle/>
              <a:p>
                <a:endParaRPr lang="fr-FR"/>
              </a:p>
            </p:txBody>
          </p:sp>
          <p:sp>
            <p:nvSpPr>
              <p:cNvPr id="70" name="Forme libre : forme 69">
                <a:extLst>
                  <a:ext uri="{FF2B5EF4-FFF2-40B4-BE49-F238E27FC236}">
                    <a16:creationId xmlns:a16="http://schemas.microsoft.com/office/drawing/2014/main" id="{F2D51DC4-2547-4C2B-94FF-DBE99E101BB9}"/>
                  </a:ext>
                </a:extLst>
              </p:cNvPr>
              <p:cNvSpPr/>
              <p:nvPr/>
            </p:nvSpPr>
            <p:spPr>
              <a:xfrm>
                <a:off x="4243348" y="3236308"/>
                <a:ext cx="708348" cy="951643"/>
              </a:xfrm>
              <a:custGeom>
                <a:avLst/>
                <a:gdLst>
                  <a:gd name="connsiteX0" fmla="*/ 246995 w 708348"/>
                  <a:gd name="connsiteY0" fmla="*/ 569556 h 951643"/>
                  <a:gd name="connsiteX1" fmla="*/ 246995 w 708348"/>
                  <a:gd name="connsiteY1" fmla="*/ 733195 h 951643"/>
                  <a:gd name="connsiteX2" fmla="*/ 652570 w 708348"/>
                  <a:gd name="connsiteY2" fmla="*/ 733195 h 951643"/>
                  <a:gd name="connsiteX3" fmla="*/ 706004 w 708348"/>
                  <a:gd name="connsiteY3" fmla="*/ 788059 h 951643"/>
                  <a:gd name="connsiteX4" fmla="*/ 706004 w 708348"/>
                  <a:gd name="connsiteY4" fmla="*/ 911884 h 951643"/>
                  <a:gd name="connsiteX5" fmla="*/ 669144 w 708348"/>
                  <a:gd name="connsiteY5" fmla="*/ 951223 h 951643"/>
                  <a:gd name="connsiteX6" fmla="*/ 33636 w 708348"/>
                  <a:gd name="connsiteY6" fmla="*/ 951223 h 951643"/>
                  <a:gd name="connsiteX7" fmla="*/ -2273 w 708348"/>
                  <a:gd name="connsiteY7" fmla="*/ 903598 h 951643"/>
                  <a:gd name="connsiteX8" fmla="*/ -2273 w 708348"/>
                  <a:gd name="connsiteY8" fmla="*/ 133787 h 951643"/>
                  <a:gd name="connsiteX9" fmla="*/ -2273 w 708348"/>
                  <a:gd name="connsiteY9" fmla="*/ 38537 h 951643"/>
                  <a:gd name="connsiteX10" fmla="*/ 35255 w 708348"/>
                  <a:gd name="connsiteY10" fmla="*/ -421 h 951643"/>
                  <a:gd name="connsiteX11" fmla="*/ 656570 w 708348"/>
                  <a:gd name="connsiteY11" fmla="*/ -421 h 951643"/>
                  <a:gd name="connsiteX12" fmla="*/ 692575 w 708348"/>
                  <a:gd name="connsiteY12" fmla="*/ 35870 h 951643"/>
                  <a:gd name="connsiteX13" fmla="*/ 692575 w 708348"/>
                  <a:gd name="connsiteY13" fmla="*/ 170649 h 951643"/>
                  <a:gd name="connsiteX14" fmla="*/ 644950 w 708348"/>
                  <a:gd name="connsiteY14" fmla="*/ 219321 h 951643"/>
                  <a:gd name="connsiteX15" fmla="*/ 286428 w 708348"/>
                  <a:gd name="connsiteY15" fmla="*/ 219321 h 951643"/>
                  <a:gd name="connsiteX16" fmla="*/ 246995 w 708348"/>
                  <a:gd name="connsiteY16" fmla="*/ 221131 h 951643"/>
                  <a:gd name="connsiteX17" fmla="*/ 246995 w 708348"/>
                  <a:gd name="connsiteY17" fmla="*/ 377055 h 951643"/>
                  <a:gd name="connsiteX18" fmla="*/ 284428 w 708348"/>
                  <a:gd name="connsiteY18" fmla="*/ 379056 h 951643"/>
                  <a:gd name="connsiteX19" fmla="*/ 551128 w 708348"/>
                  <a:gd name="connsiteY19" fmla="*/ 379056 h 951643"/>
                  <a:gd name="connsiteX20" fmla="*/ 595420 w 708348"/>
                  <a:gd name="connsiteY20" fmla="*/ 422013 h 951643"/>
                  <a:gd name="connsiteX21" fmla="*/ 595420 w 708348"/>
                  <a:gd name="connsiteY21" fmla="*/ 528312 h 951643"/>
                  <a:gd name="connsiteX22" fmla="*/ 555509 w 708348"/>
                  <a:gd name="connsiteY22" fmla="*/ 567746 h 951643"/>
                  <a:gd name="connsiteX23" fmla="*/ 285667 w 708348"/>
                  <a:gd name="connsiteY23" fmla="*/ 567746 h 951643"/>
                  <a:gd name="connsiteX24" fmla="*/ 246995 w 708348"/>
                  <a:gd name="connsiteY24" fmla="*/ 569556 h 95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08348" h="951643">
                    <a:moveTo>
                      <a:pt x="246995" y="569556"/>
                    </a:moveTo>
                    <a:lnTo>
                      <a:pt x="246995" y="733195"/>
                    </a:lnTo>
                    <a:lnTo>
                      <a:pt x="652570" y="733195"/>
                    </a:lnTo>
                    <a:cubicBezTo>
                      <a:pt x="703337" y="733195"/>
                      <a:pt x="705909" y="736053"/>
                      <a:pt x="706004" y="788059"/>
                    </a:cubicBezTo>
                    <a:cubicBezTo>
                      <a:pt x="706004" y="829397"/>
                      <a:pt x="705244" y="870832"/>
                      <a:pt x="706004" y="911884"/>
                    </a:cubicBezTo>
                    <a:cubicBezTo>
                      <a:pt x="706672" y="938363"/>
                      <a:pt x="696956" y="951223"/>
                      <a:pt x="669144" y="951223"/>
                    </a:cubicBezTo>
                    <a:cubicBezTo>
                      <a:pt x="457308" y="950841"/>
                      <a:pt x="245472" y="950841"/>
                      <a:pt x="33636" y="951223"/>
                    </a:cubicBezTo>
                    <a:cubicBezTo>
                      <a:pt x="-1513" y="951223"/>
                      <a:pt x="-2369" y="929601"/>
                      <a:pt x="-2273" y="903598"/>
                    </a:cubicBezTo>
                    <a:cubicBezTo>
                      <a:pt x="-2273" y="646994"/>
                      <a:pt x="-2273" y="390390"/>
                      <a:pt x="-2273" y="133787"/>
                    </a:cubicBezTo>
                    <a:cubicBezTo>
                      <a:pt x="-2273" y="101878"/>
                      <a:pt x="-1608" y="69969"/>
                      <a:pt x="-2273" y="38537"/>
                    </a:cubicBezTo>
                    <a:cubicBezTo>
                      <a:pt x="-3036" y="12057"/>
                      <a:pt x="7252" y="-516"/>
                      <a:pt x="35255" y="-421"/>
                    </a:cubicBezTo>
                    <a:cubicBezTo>
                      <a:pt x="242328" y="-40"/>
                      <a:pt x="449401" y="-40"/>
                      <a:pt x="656570" y="-421"/>
                    </a:cubicBezTo>
                    <a:cubicBezTo>
                      <a:pt x="681715" y="-421"/>
                      <a:pt x="693147" y="9867"/>
                      <a:pt x="692575" y="35870"/>
                    </a:cubicBezTo>
                    <a:cubicBezTo>
                      <a:pt x="691526" y="80733"/>
                      <a:pt x="692575" y="125690"/>
                      <a:pt x="692575" y="170649"/>
                    </a:cubicBezTo>
                    <a:cubicBezTo>
                      <a:pt x="692575" y="215606"/>
                      <a:pt x="690289" y="219226"/>
                      <a:pt x="644950" y="219321"/>
                    </a:cubicBezTo>
                    <a:cubicBezTo>
                      <a:pt x="525411" y="219321"/>
                      <a:pt x="405872" y="219321"/>
                      <a:pt x="286428" y="219321"/>
                    </a:cubicBezTo>
                    <a:cubicBezTo>
                      <a:pt x="273761" y="219321"/>
                      <a:pt x="261092" y="220464"/>
                      <a:pt x="246995" y="221131"/>
                    </a:cubicBezTo>
                    <a:lnTo>
                      <a:pt x="246995" y="377055"/>
                    </a:lnTo>
                    <a:cubicBezTo>
                      <a:pt x="259569" y="377722"/>
                      <a:pt x="271952" y="379056"/>
                      <a:pt x="284428" y="379056"/>
                    </a:cubicBezTo>
                    <a:cubicBezTo>
                      <a:pt x="373201" y="379056"/>
                      <a:pt x="461975" y="380008"/>
                      <a:pt x="551128" y="379056"/>
                    </a:cubicBezTo>
                    <a:cubicBezTo>
                      <a:pt x="582656" y="378579"/>
                      <a:pt x="597039" y="388581"/>
                      <a:pt x="595420" y="422013"/>
                    </a:cubicBezTo>
                    <a:cubicBezTo>
                      <a:pt x="593609" y="457351"/>
                      <a:pt x="593800" y="492974"/>
                      <a:pt x="595420" y="528312"/>
                    </a:cubicBezTo>
                    <a:cubicBezTo>
                      <a:pt x="596658" y="557840"/>
                      <a:pt x="584084" y="568031"/>
                      <a:pt x="555509" y="567746"/>
                    </a:cubicBezTo>
                    <a:cubicBezTo>
                      <a:pt x="465593" y="566793"/>
                      <a:pt x="375583" y="567746"/>
                      <a:pt x="285667" y="567746"/>
                    </a:cubicBezTo>
                    <a:cubicBezTo>
                      <a:pt x="272426" y="567555"/>
                      <a:pt x="259855" y="568794"/>
                      <a:pt x="246995" y="569556"/>
                    </a:cubicBezTo>
                    <a:close/>
                  </a:path>
                </a:pathLst>
              </a:custGeom>
              <a:grpFill/>
              <a:ln w="9525" cap="flat">
                <a:noFill/>
                <a:prstDash val="solid"/>
                <a:miter/>
              </a:ln>
            </p:spPr>
            <p:txBody>
              <a:bodyPr rtlCol="0" anchor="ctr"/>
              <a:lstStyle/>
              <a:p>
                <a:endParaRPr lang="fr-FR"/>
              </a:p>
            </p:txBody>
          </p:sp>
          <p:sp>
            <p:nvSpPr>
              <p:cNvPr id="71" name="Forme libre : forme 70">
                <a:extLst>
                  <a:ext uri="{FF2B5EF4-FFF2-40B4-BE49-F238E27FC236}">
                    <a16:creationId xmlns:a16="http://schemas.microsoft.com/office/drawing/2014/main" id="{C8F1BDE2-CF20-48EF-B28B-6D46C34BFC56}"/>
                  </a:ext>
                </a:extLst>
              </p:cNvPr>
              <p:cNvSpPr/>
              <p:nvPr/>
            </p:nvSpPr>
            <p:spPr>
              <a:xfrm>
                <a:off x="5227559" y="3235166"/>
                <a:ext cx="919543" cy="952695"/>
              </a:xfrm>
              <a:custGeom>
                <a:avLst/>
                <a:gdLst>
                  <a:gd name="connsiteX0" fmla="*/ 458267 w 919543"/>
                  <a:gd name="connsiteY0" fmla="*/ 602035 h 952695"/>
                  <a:gd name="connsiteX1" fmla="*/ 538943 w 919543"/>
                  <a:gd name="connsiteY1" fmla="*/ 365911 h 952695"/>
                  <a:gd name="connsiteX2" fmla="*/ 646385 w 919543"/>
                  <a:gd name="connsiteY2" fmla="*/ 47204 h 952695"/>
                  <a:gd name="connsiteX3" fmla="*/ 710202 w 919543"/>
                  <a:gd name="connsiteY3" fmla="*/ 150 h 952695"/>
                  <a:gd name="connsiteX4" fmla="*/ 880606 w 919543"/>
                  <a:gd name="connsiteY4" fmla="*/ 817 h 952695"/>
                  <a:gd name="connsiteX5" fmla="*/ 909181 w 919543"/>
                  <a:gd name="connsiteY5" fmla="*/ 44918 h 952695"/>
                  <a:gd name="connsiteX6" fmla="*/ 591807 w 919543"/>
                  <a:gd name="connsiteY6" fmla="*/ 871212 h 952695"/>
                  <a:gd name="connsiteX7" fmla="*/ 474268 w 919543"/>
                  <a:gd name="connsiteY7" fmla="*/ 952174 h 952695"/>
                  <a:gd name="connsiteX8" fmla="*/ 389020 w 919543"/>
                  <a:gd name="connsiteY8" fmla="*/ 952174 h 952695"/>
                  <a:gd name="connsiteX9" fmla="*/ 340918 w 919543"/>
                  <a:gd name="connsiteY9" fmla="*/ 918551 h 952695"/>
                  <a:gd name="connsiteX10" fmla="*/ 3925 w 919543"/>
                  <a:gd name="connsiteY10" fmla="*/ 39108 h 952695"/>
                  <a:gd name="connsiteX11" fmla="*/ 32500 w 919543"/>
                  <a:gd name="connsiteY11" fmla="*/ -421 h 952695"/>
                  <a:gd name="connsiteX12" fmla="*/ 209949 w 919543"/>
                  <a:gd name="connsiteY12" fmla="*/ -421 h 952695"/>
                  <a:gd name="connsiteX13" fmla="*/ 263671 w 919543"/>
                  <a:gd name="connsiteY13" fmla="*/ 39869 h 952695"/>
                  <a:gd name="connsiteX14" fmla="*/ 444646 w 919543"/>
                  <a:gd name="connsiteY14" fmla="*/ 565459 h 952695"/>
                  <a:gd name="connsiteX15" fmla="*/ 458267 w 919543"/>
                  <a:gd name="connsiteY15" fmla="*/ 602035 h 95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9543" h="952695">
                    <a:moveTo>
                      <a:pt x="458267" y="602035"/>
                    </a:moveTo>
                    <a:cubicBezTo>
                      <a:pt x="486842" y="519168"/>
                      <a:pt x="512940" y="442587"/>
                      <a:pt x="538943" y="365911"/>
                    </a:cubicBezTo>
                    <a:cubicBezTo>
                      <a:pt x="575043" y="259802"/>
                      <a:pt x="611715" y="153884"/>
                      <a:pt x="646385" y="47204"/>
                    </a:cubicBezTo>
                    <a:cubicBezTo>
                      <a:pt x="657054" y="14247"/>
                      <a:pt x="674293" y="-1183"/>
                      <a:pt x="710202" y="150"/>
                    </a:cubicBezTo>
                    <a:cubicBezTo>
                      <a:pt x="767352" y="2341"/>
                      <a:pt x="823835" y="150"/>
                      <a:pt x="880606" y="817"/>
                    </a:cubicBezTo>
                    <a:cubicBezTo>
                      <a:pt x="920229" y="817"/>
                      <a:pt x="924134" y="6627"/>
                      <a:pt x="909181" y="44918"/>
                    </a:cubicBezTo>
                    <a:cubicBezTo>
                      <a:pt x="803548" y="320381"/>
                      <a:pt x="697819" y="595815"/>
                      <a:pt x="591807" y="871212"/>
                    </a:cubicBezTo>
                    <a:cubicBezTo>
                      <a:pt x="557135" y="960842"/>
                      <a:pt x="574376" y="951793"/>
                      <a:pt x="474268" y="952174"/>
                    </a:cubicBezTo>
                    <a:cubicBezTo>
                      <a:pt x="445693" y="952174"/>
                      <a:pt x="417118" y="952174"/>
                      <a:pt x="389020" y="952174"/>
                    </a:cubicBezTo>
                    <a:cubicBezTo>
                      <a:pt x="364349" y="952746"/>
                      <a:pt x="349587" y="941220"/>
                      <a:pt x="340918" y="918551"/>
                    </a:cubicBezTo>
                    <a:cubicBezTo>
                      <a:pt x="228713" y="625372"/>
                      <a:pt x="116415" y="332220"/>
                      <a:pt x="3925" y="39108"/>
                    </a:cubicBezTo>
                    <a:cubicBezTo>
                      <a:pt x="-8649" y="6151"/>
                      <a:pt x="-3696" y="-326"/>
                      <a:pt x="32500" y="-421"/>
                    </a:cubicBezTo>
                    <a:cubicBezTo>
                      <a:pt x="91649" y="-421"/>
                      <a:pt x="150799" y="627"/>
                      <a:pt x="209949" y="-421"/>
                    </a:cubicBezTo>
                    <a:cubicBezTo>
                      <a:pt x="239382" y="-421"/>
                      <a:pt x="254242" y="12152"/>
                      <a:pt x="263671" y="39869"/>
                    </a:cubicBezTo>
                    <a:cubicBezTo>
                      <a:pt x="323203" y="215320"/>
                      <a:pt x="384066" y="390295"/>
                      <a:pt x="444646" y="565459"/>
                    </a:cubicBezTo>
                    <a:cubicBezTo>
                      <a:pt x="448074" y="576127"/>
                      <a:pt x="451981" y="585747"/>
                      <a:pt x="458267" y="602035"/>
                    </a:cubicBezTo>
                    <a:close/>
                  </a:path>
                </a:pathLst>
              </a:custGeom>
              <a:grpFill/>
              <a:ln w="9525" cap="flat">
                <a:noFill/>
                <a:prstDash val="solid"/>
                <a:miter/>
              </a:ln>
            </p:spPr>
            <p:txBody>
              <a:bodyPr rtlCol="0" anchor="ctr"/>
              <a:lstStyle/>
              <a:p>
                <a:endParaRPr lang="fr-FR"/>
              </a:p>
            </p:txBody>
          </p:sp>
          <p:sp>
            <p:nvSpPr>
              <p:cNvPr id="72" name="Forme libre : forme 71">
                <a:extLst>
                  <a:ext uri="{FF2B5EF4-FFF2-40B4-BE49-F238E27FC236}">
                    <a16:creationId xmlns:a16="http://schemas.microsoft.com/office/drawing/2014/main" id="{0D96A160-902C-4F2C-A8DA-53C4712134F9}"/>
                  </a:ext>
                </a:extLst>
              </p:cNvPr>
              <p:cNvSpPr/>
              <p:nvPr/>
            </p:nvSpPr>
            <p:spPr>
              <a:xfrm>
                <a:off x="7736776" y="3221083"/>
                <a:ext cx="784321" cy="980967"/>
              </a:xfrm>
              <a:custGeom>
                <a:avLst/>
                <a:gdLst>
                  <a:gd name="connsiteX0" fmla="*/ 521658 w 784321"/>
                  <a:gd name="connsiteY0" fmla="*/ 980545 h 980967"/>
                  <a:gd name="connsiteX1" fmla="*/ 164 w 784321"/>
                  <a:gd name="connsiteY1" fmla="*/ 530107 h 980967"/>
                  <a:gd name="connsiteX2" fmla="*/ 399070 w 784321"/>
                  <a:gd name="connsiteY2" fmla="*/ 8804 h 980967"/>
                  <a:gd name="connsiteX3" fmla="*/ 755307 w 784321"/>
                  <a:gd name="connsiteY3" fmla="*/ 79384 h 980967"/>
                  <a:gd name="connsiteX4" fmla="*/ 767878 w 784321"/>
                  <a:gd name="connsiteY4" fmla="*/ 139868 h 980967"/>
                  <a:gd name="connsiteX5" fmla="*/ 676535 w 784321"/>
                  <a:gd name="connsiteY5" fmla="*/ 270741 h 980967"/>
                  <a:gd name="connsiteX6" fmla="*/ 623766 w 784321"/>
                  <a:gd name="connsiteY6" fmla="*/ 280266 h 980967"/>
                  <a:gd name="connsiteX7" fmla="*/ 331254 w 784321"/>
                  <a:gd name="connsiteY7" fmla="*/ 292459 h 980967"/>
                  <a:gd name="connsiteX8" fmla="*/ 264579 w 784321"/>
                  <a:gd name="connsiteY8" fmla="*/ 596401 h 980967"/>
                  <a:gd name="connsiteX9" fmla="*/ 515466 w 784321"/>
                  <a:gd name="connsiteY9" fmla="*/ 742800 h 980967"/>
                  <a:gd name="connsiteX10" fmla="*/ 622812 w 784321"/>
                  <a:gd name="connsiteY10" fmla="*/ 700128 h 980967"/>
                  <a:gd name="connsiteX11" fmla="*/ 681202 w 784321"/>
                  <a:gd name="connsiteY11" fmla="*/ 712987 h 980967"/>
                  <a:gd name="connsiteX12" fmla="*/ 771308 w 784321"/>
                  <a:gd name="connsiteY12" fmla="*/ 844718 h 980967"/>
                  <a:gd name="connsiteX13" fmla="*/ 760734 w 784321"/>
                  <a:gd name="connsiteY13" fmla="*/ 899487 h 980967"/>
                  <a:gd name="connsiteX14" fmla="*/ 521658 w 784321"/>
                  <a:gd name="connsiteY14" fmla="*/ 980545 h 9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4321" h="980967">
                    <a:moveTo>
                      <a:pt x="521658" y="980545"/>
                    </a:moveTo>
                    <a:cubicBezTo>
                      <a:pt x="235908" y="981211"/>
                      <a:pt x="27405" y="790711"/>
                      <a:pt x="164" y="530107"/>
                    </a:cubicBezTo>
                    <a:cubicBezTo>
                      <a:pt x="-25364" y="285886"/>
                      <a:pt x="149134" y="56715"/>
                      <a:pt x="399070" y="8804"/>
                    </a:cubicBezTo>
                    <a:cubicBezTo>
                      <a:pt x="526707" y="-15676"/>
                      <a:pt x="645674" y="8804"/>
                      <a:pt x="755307" y="79384"/>
                    </a:cubicBezTo>
                    <a:cubicBezTo>
                      <a:pt x="781975" y="96529"/>
                      <a:pt x="787309" y="113388"/>
                      <a:pt x="767878" y="139868"/>
                    </a:cubicBezTo>
                    <a:cubicBezTo>
                      <a:pt x="736257" y="182635"/>
                      <a:pt x="706061" y="226450"/>
                      <a:pt x="676535" y="270741"/>
                    </a:cubicBezTo>
                    <a:cubicBezTo>
                      <a:pt x="661294" y="293602"/>
                      <a:pt x="644625" y="297316"/>
                      <a:pt x="623766" y="280266"/>
                    </a:cubicBezTo>
                    <a:cubicBezTo>
                      <a:pt x="539278" y="210448"/>
                      <a:pt x="404691" y="229975"/>
                      <a:pt x="331254" y="292459"/>
                    </a:cubicBezTo>
                    <a:cubicBezTo>
                      <a:pt x="246098" y="364944"/>
                      <a:pt x="218286" y="489245"/>
                      <a:pt x="264579" y="596401"/>
                    </a:cubicBezTo>
                    <a:cubicBezTo>
                      <a:pt x="307820" y="696509"/>
                      <a:pt x="408405" y="758326"/>
                      <a:pt x="515466" y="742800"/>
                    </a:cubicBezTo>
                    <a:cubicBezTo>
                      <a:pt x="552710" y="737466"/>
                      <a:pt x="588998" y="718321"/>
                      <a:pt x="622812" y="700128"/>
                    </a:cubicBezTo>
                    <a:cubicBezTo>
                      <a:pt x="649388" y="685746"/>
                      <a:pt x="664819" y="687460"/>
                      <a:pt x="681202" y="712987"/>
                    </a:cubicBezTo>
                    <a:cubicBezTo>
                      <a:pt x="709872" y="757755"/>
                      <a:pt x="739970" y="801665"/>
                      <a:pt x="771308" y="844718"/>
                    </a:cubicBezTo>
                    <a:cubicBezTo>
                      <a:pt x="788737" y="868626"/>
                      <a:pt x="784642" y="883580"/>
                      <a:pt x="760734" y="899487"/>
                    </a:cubicBezTo>
                    <a:cubicBezTo>
                      <a:pt x="679581" y="953208"/>
                      <a:pt x="590810" y="980830"/>
                      <a:pt x="521658" y="980545"/>
                    </a:cubicBezTo>
                    <a:close/>
                  </a:path>
                </a:pathLst>
              </a:custGeom>
              <a:grpFill/>
              <a:ln w="9525" cap="flat">
                <a:noFill/>
                <a:prstDash val="solid"/>
                <a:miter/>
              </a:ln>
            </p:spPr>
            <p:txBody>
              <a:bodyPr rtlCol="0" anchor="ctr"/>
              <a:lstStyle/>
              <a:p>
                <a:endParaRPr lang="fr-FR"/>
              </a:p>
            </p:txBody>
          </p:sp>
          <p:sp>
            <p:nvSpPr>
              <p:cNvPr id="73" name="Forme libre : forme 72">
                <a:extLst>
                  <a:ext uri="{FF2B5EF4-FFF2-40B4-BE49-F238E27FC236}">
                    <a16:creationId xmlns:a16="http://schemas.microsoft.com/office/drawing/2014/main" id="{5C597F20-EAA0-4AD6-B05D-89088D1D1436}"/>
                  </a:ext>
                </a:extLst>
              </p:cNvPr>
              <p:cNvSpPr/>
              <p:nvPr/>
            </p:nvSpPr>
            <p:spPr>
              <a:xfrm>
                <a:off x="4490465" y="1332334"/>
                <a:ext cx="833891" cy="1417342"/>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grpFill/>
              <a:ln w="9525" cap="flat">
                <a:noFill/>
                <a:prstDash val="solid"/>
                <a:miter/>
              </a:ln>
            </p:spPr>
            <p:txBody>
              <a:bodyPr rtlCol="0" anchor="ctr"/>
              <a:lstStyle/>
              <a:p>
                <a:endParaRPr lang="fr-FR"/>
              </a:p>
            </p:txBody>
          </p:sp>
          <p:sp>
            <p:nvSpPr>
              <p:cNvPr id="74" name="Forme libre : forme 73">
                <a:extLst>
                  <a:ext uri="{FF2B5EF4-FFF2-40B4-BE49-F238E27FC236}">
                    <a16:creationId xmlns:a16="http://schemas.microsoft.com/office/drawing/2014/main" id="{5807C0FB-ECC8-48C6-8C53-25922EBA113B}"/>
                  </a:ext>
                </a:extLst>
              </p:cNvPr>
              <p:cNvSpPr/>
              <p:nvPr/>
            </p:nvSpPr>
            <p:spPr>
              <a:xfrm>
                <a:off x="6266398" y="3237048"/>
                <a:ext cx="248511" cy="951983"/>
              </a:xfrm>
              <a:custGeom>
                <a:avLst/>
                <a:gdLst>
                  <a:gd name="connsiteX0" fmla="*/ -1929 w 248511"/>
                  <a:gd name="connsiteY0" fmla="*/ 476328 h 951983"/>
                  <a:gd name="connsiteX1" fmla="*/ -1929 w 248511"/>
                  <a:gd name="connsiteY1" fmla="*/ 47703 h 951983"/>
                  <a:gd name="connsiteX2" fmla="*/ 46934 w 248511"/>
                  <a:gd name="connsiteY2" fmla="*/ -398 h 951983"/>
                  <a:gd name="connsiteX3" fmla="*/ 203050 w 248511"/>
                  <a:gd name="connsiteY3" fmla="*/ -398 h 951983"/>
                  <a:gd name="connsiteX4" fmla="*/ 246198 w 248511"/>
                  <a:gd name="connsiteY4" fmla="*/ 40464 h 951983"/>
                  <a:gd name="connsiteX5" fmla="*/ 246198 w 248511"/>
                  <a:gd name="connsiteY5" fmla="*/ 912668 h 951983"/>
                  <a:gd name="connsiteX6" fmla="*/ 209049 w 248511"/>
                  <a:gd name="connsiteY6" fmla="*/ 951530 h 951983"/>
                  <a:gd name="connsiteX7" fmla="*/ 38743 w 248511"/>
                  <a:gd name="connsiteY7" fmla="*/ 951530 h 951983"/>
                  <a:gd name="connsiteX8" fmla="*/ -2310 w 248511"/>
                  <a:gd name="connsiteY8" fmla="*/ 909429 h 951983"/>
                  <a:gd name="connsiteX9" fmla="*/ -1929 w 248511"/>
                  <a:gd name="connsiteY9" fmla="*/ 476328 h 9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11" h="951983">
                    <a:moveTo>
                      <a:pt x="-1929" y="476328"/>
                    </a:moveTo>
                    <a:cubicBezTo>
                      <a:pt x="-1929" y="333262"/>
                      <a:pt x="-1929" y="190387"/>
                      <a:pt x="-1929" y="47703"/>
                    </a:cubicBezTo>
                    <a:cubicBezTo>
                      <a:pt x="-1929" y="3031"/>
                      <a:pt x="1597" y="78"/>
                      <a:pt x="46934" y="-398"/>
                    </a:cubicBezTo>
                    <a:cubicBezTo>
                      <a:pt x="98942" y="-398"/>
                      <a:pt x="151043" y="364"/>
                      <a:pt x="203050" y="-398"/>
                    </a:cubicBezTo>
                    <a:cubicBezTo>
                      <a:pt x="232292" y="-970"/>
                      <a:pt x="246293" y="9127"/>
                      <a:pt x="246198" y="40464"/>
                    </a:cubicBezTo>
                    <a:cubicBezTo>
                      <a:pt x="245531" y="331167"/>
                      <a:pt x="245531" y="621899"/>
                      <a:pt x="246198" y="912668"/>
                    </a:cubicBezTo>
                    <a:cubicBezTo>
                      <a:pt x="246198" y="939433"/>
                      <a:pt x="236673" y="951816"/>
                      <a:pt x="209049" y="951530"/>
                    </a:cubicBezTo>
                    <a:cubicBezTo>
                      <a:pt x="151899" y="950863"/>
                      <a:pt x="95417" y="950387"/>
                      <a:pt x="38743" y="951530"/>
                    </a:cubicBezTo>
                    <a:cubicBezTo>
                      <a:pt x="7692" y="952292"/>
                      <a:pt x="-2501" y="939719"/>
                      <a:pt x="-2310" y="909429"/>
                    </a:cubicBezTo>
                    <a:cubicBezTo>
                      <a:pt x="-1166" y="764650"/>
                      <a:pt x="-1929" y="620441"/>
                      <a:pt x="-1929" y="476328"/>
                    </a:cubicBezTo>
                    <a:close/>
                  </a:path>
                </a:pathLst>
              </a:custGeom>
              <a:grpFill/>
              <a:ln w="9525" cap="flat">
                <a:noFill/>
                <a:prstDash val="solid"/>
                <a:miter/>
              </a:ln>
            </p:spPr>
            <p:txBody>
              <a:bodyPr rtlCol="0" anchor="ctr"/>
              <a:lstStyle/>
              <a:p>
                <a:endParaRPr lang="fr-FR"/>
              </a:p>
            </p:txBody>
          </p:sp>
          <p:sp>
            <p:nvSpPr>
              <p:cNvPr id="75" name="Forme libre : forme 74">
                <a:extLst>
                  <a:ext uri="{FF2B5EF4-FFF2-40B4-BE49-F238E27FC236}">
                    <a16:creationId xmlns:a16="http://schemas.microsoft.com/office/drawing/2014/main" id="{6B231EBF-E5CB-46B9-AE57-494CC5EA2A84}"/>
                  </a:ext>
                </a:extLst>
              </p:cNvPr>
              <p:cNvSpPr/>
              <p:nvPr/>
            </p:nvSpPr>
            <p:spPr>
              <a:xfrm>
                <a:off x="8681941" y="3235894"/>
                <a:ext cx="248038" cy="951771"/>
              </a:xfrm>
              <a:custGeom>
                <a:avLst/>
                <a:gdLst>
                  <a:gd name="connsiteX0" fmla="*/ 245243 w 248038"/>
                  <a:gd name="connsiteY0" fmla="*/ 477482 h 951771"/>
                  <a:gd name="connsiteX1" fmla="*/ 245243 w 248038"/>
                  <a:gd name="connsiteY1" fmla="*/ 902963 h 951771"/>
                  <a:gd name="connsiteX2" fmla="*/ 196855 w 248038"/>
                  <a:gd name="connsiteY2" fmla="*/ 951350 h 951771"/>
                  <a:gd name="connsiteX3" fmla="*/ 33597 w 248038"/>
                  <a:gd name="connsiteY3" fmla="*/ 951350 h 951771"/>
                  <a:gd name="connsiteX4" fmla="*/ -2312 w 248038"/>
                  <a:gd name="connsiteY4" fmla="*/ 915536 h 951771"/>
                  <a:gd name="connsiteX5" fmla="*/ -2312 w 248038"/>
                  <a:gd name="connsiteY5" fmla="*/ 36284 h 951771"/>
                  <a:gd name="connsiteX6" fmla="*/ 33311 w 248038"/>
                  <a:gd name="connsiteY6" fmla="*/ -387 h 951771"/>
                  <a:gd name="connsiteX7" fmla="*/ 203617 w 248038"/>
                  <a:gd name="connsiteY7" fmla="*/ -387 h 951771"/>
                  <a:gd name="connsiteX8" fmla="*/ 245719 w 248038"/>
                  <a:gd name="connsiteY8" fmla="*/ 45046 h 951771"/>
                  <a:gd name="connsiteX9" fmla="*/ 245243 w 248038"/>
                  <a:gd name="connsiteY9" fmla="*/ 477482 h 95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038" h="951771">
                    <a:moveTo>
                      <a:pt x="245243" y="477482"/>
                    </a:moveTo>
                    <a:cubicBezTo>
                      <a:pt x="245243" y="619338"/>
                      <a:pt x="245243" y="761165"/>
                      <a:pt x="245243" y="902963"/>
                    </a:cubicBezTo>
                    <a:cubicBezTo>
                      <a:pt x="245243" y="947731"/>
                      <a:pt x="241813" y="951160"/>
                      <a:pt x="196855" y="951350"/>
                    </a:cubicBezTo>
                    <a:cubicBezTo>
                      <a:pt x="142468" y="951350"/>
                      <a:pt x="88080" y="951350"/>
                      <a:pt x="33597" y="951350"/>
                    </a:cubicBezTo>
                    <a:cubicBezTo>
                      <a:pt x="8450" y="951350"/>
                      <a:pt x="-2407" y="941825"/>
                      <a:pt x="-2312" y="915536"/>
                    </a:cubicBezTo>
                    <a:cubicBezTo>
                      <a:pt x="-1931" y="622481"/>
                      <a:pt x="-1931" y="329397"/>
                      <a:pt x="-2312" y="36284"/>
                    </a:cubicBezTo>
                    <a:cubicBezTo>
                      <a:pt x="-2312" y="10757"/>
                      <a:pt x="7878" y="-578"/>
                      <a:pt x="33311" y="-387"/>
                    </a:cubicBezTo>
                    <a:cubicBezTo>
                      <a:pt x="90461" y="89"/>
                      <a:pt x="146849" y="851"/>
                      <a:pt x="203617" y="-387"/>
                    </a:cubicBezTo>
                    <a:cubicBezTo>
                      <a:pt x="237050" y="-1245"/>
                      <a:pt x="246003" y="14281"/>
                      <a:pt x="245719" y="45046"/>
                    </a:cubicBezTo>
                    <a:cubicBezTo>
                      <a:pt x="244671" y="189541"/>
                      <a:pt x="245243" y="333749"/>
                      <a:pt x="245243" y="477482"/>
                    </a:cubicBezTo>
                    <a:close/>
                  </a:path>
                </a:pathLst>
              </a:custGeom>
              <a:grpFill/>
              <a:ln w="9525" cap="flat">
                <a:noFill/>
                <a:prstDash val="solid"/>
                <a:miter/>
              </a:ln>
            </p:spPr>
            <p:txBody>
              <a:bodyPr rtlCol="0" anchor="ctr"/>
              <a:lstStyle/>
              <a:p>
                <a:endParaRPr lang="fr-FR"/>
              </a:p>
            </p:txBody>
          </p:sp>
          <p:sp>
            <p:nvSpPr>
              <p:cNvPr id="76" name="Forme libre : forme 75">
                <a:extLst>
                  <a:ext uri="{FF2B5EF4-FFF2-40B4-BE49-F238E27FC236}">
                    <a16:creationId xmlns:a16="http://schemas.microsoft.com/office/drawing/2014/main" id="{6CBDC3DF-080A-415B-B050-A3E3185757D4}"/>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grpFill/>
              <a:ln w="9525" cap="flat">
                <a:noFill/>
                <a:prstDash val="solid"/>
                <a:miter/>
              </a:ln>
            </p:spPr>
            <p:txBody>
              <a:bodyPr rtlCol="0" anchor="ctr"/>
              <a:lstStyle/>
              <a:p>
                <a:endParaRPr lang="fr-FR"/>
              </a:p>
            </p:txBody>
          </p:sp>
          <p:sp>
            <p:nvSpPr>
              <p:cNvPr id="77" name="Forme libre : forme 76">
                <a:extLst>
                  <a:ext uri="{FF2B5EF4-FFF2-40B4-BE49-F238E27FC236}">
                    <a16:creationId xmlns:a16="http://schemas.microsoft.com/office/drawing/2014/main" id="{EBBEE276-8708-49F8-A656-EC5E6DCB7552}"/>
                  </a:ext>
                </a:extLst>
              </p:cNvPr>
              <p:cNvSpPr/>
              <p:nvPr/>
            </p:nvSpPr>
            <p:spPr>
              <a:xfrm>
                <a:off x="8504013" y="5161152"/>
                <a:ext cx="384716" cy="446928"/>
              </a:xfrm>
              <a:custGeom>
                <a:avLst/>
                <a:gdLst>
                  <a:gd name="connsiteX0" fmla="*/ 296011 w 384716"/>
                  <a:gd name="connsiteY0" fmla="*/ 290155 h 446928"/>
                  <a:gd name="connsiteX1" fmla="*/ 296488 w 384716"/>
                  <a:gd name="connsiteY1" fmla="*/ 47458 h 446928"/>
                  <a:gd name="connsiteX2" fmla="*/ 306871 w 384716"/>
                  <a:gd name="connsiteY2" fmla="*/ 4691 h 446928"/>
                  <a:gd name="connsiteX3" fmla="*/ 373546 w 384716"/>
                  <a:gd name="connsiteY3" fmla="*/ 4691 h 446928"/>
                  <a:gd name="connsiteX4" fmla="*/ 382403 w 384716"/>
                  <a:gd name="connsiteY4" fmla="*/ 24979 h 446928"/>
                  <a:gd name="connsiteX5" fmla="*/ 381545 w 384716"/>
                  <a:gd name="connsiteY5" fmla="*/ 432649 h 446928"/>
                  <a:gd name="connsiteX6" fmla="*/ 378783 w 384716"/>
                  <a:gd name="connsiteY6" fmla="*/ 438936 h 446928"/>
                  <a:gd name="connsiteX7" fmla="*/ 267341 w 384716"/>
                  <a:gd name="connsiteY7" fmla="*/ 398168 h 446928"/>
                  <a:gd name="connsiteX8" fmla="*/ 84938 w 384716"/>
                  <a:gd name="connsiteY8" fmla="*/ 147375 h 446928"/>
                  <a:gd name="connsiteX9" fmla="*/ 84938 w 384716"/>
                  <a:gd name="connsiteY9" fmla="*/ 441126 h 446928"/>
                  <a:gd name="connsiteX10" fmla="*/ 355 w 384716"/>
                  <a:gd name="connsiteY10" fmla="*/ 441126 h 446928"/>
                  <a:gd name="connsiteX11" fmla="*/ -1645 w 384716"/>
                  <a:gd name="connsiteY11" fmla="*/ 408170 h 446928"/>
                  <a:gd name="connsiteX12" fmla="*/ -2313 w 384716"/>
                  <a:gd name="connsiteY12" fmla="*/ 39266 h 446928"/>
                  <a:gd name="connsiteX13" fmla="*/ 34836 w 384716"/>
                  <a:gd name="connsiteY13" fmla="*/ -167 h 446928"/>
                  <a:gd name="connsiteX14" fmla="*/ 124561 w 384716"/>
                  <a:gd name="connsiteY14" fmla="*/ 45458 h 446928"/>
                  <a:gd name="connsiteX15" fmla="*/ 269436 w 384716"/>
                  <a:gd name="connsiteY15" fmla="*/ 255579 h 446928"/>
                  <a:gd name="connsiteX16" fmla="*/ 296011 w 384716"/>
                  <a:gd name="connsiteY16" fmla="*/ 290155 h 44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716" h="446928">
                    <a:moveTo>
                      <a:pt x="296011" y="290155"/>
                    </a:moveTo>
                    <a:cubicBezTo>
                      <a:pt x="296011" y="202334"/>
                      <a:pt x="295439" y="124896"/>
                      <a:pt x="296488" y="47458"/>
                    </a:cubicBezTo>
                    <a:cubicBezTo>
                      <a:pt x="296488" y="32503"/>
                      <a:pt x="300013" y="6500"/>
                      <a:pt x="306871" y="4691"/>
                    </a:cubicBezTo>
                    <a:cubicBezTo>
                      <a:pt x="327730" y="-739"/>
                      <a:pt x="351066" y="2214"/>
                      <a:pt x="373546" y="4691"/>
                    </a:cubicBezTo>
                    <a:cubicBezTo>
                      <a:pt x="377260" y="4691"/>
                      <a:pt x="382403" y="17931"/>
                      <a:pt x="382403" y="24979"/>
                    </a:cubicBezTo>
                    <a:cubicBezTo>
                      <a:pt x="382403" y="160806"/>
                      <a:pt x="382117" y="296698"/>
                      <a:pt x="381545" y="432649"/>
                    </a:cubicBezTo>
                    <a:cubicBezTo>
                      <a:pt x="381545" y="434745"/>
                      <a:pt x="379736" y="436840"/>
                      <a:pt x="378783" y="438936"/>
                    </a:cubicBezTo>
                    <a:cubicBezTo>
                      <a:pt x="314394" y="453890"/>
                      <a:pt x="303250" y="449794"/>
                      <a:pt x="267341" y="398168"/>
                    </a:cubicBezTo>
                    <a:cubicBezTo>
                      <a:pt x="208763" y="314062"/>
                      <a:pt x="150183" y="229957"/>
                      <a:pt x="84938" y="147375"/>
                    </a:cubicBezTo>
                    <a:lnTo>
                      <a:pt x="84938" y="441126"/>
                    </a:lnTo>
                    <a:lnTo>
                      <a:pt x="355" y="441126"/>
                    </a:lnTo>
                    <a:cubicBezTo>
                      <a:pt x="-310" y="430649"/>
                      <a:pt x="-1550" y="419410"/>
                      <a:pt x="-1645" y="408170"/>
                    </a:cubicBezTo>
                    <a:cubicBezTo>
                      <a:pt x="-1645" y="285202"/>
                      <a:pt x="-882" y="162235"/>
                      <a:pt x="-2313" y="39266"/>
                    </a:cubicBezTo>
                    <a:cubicBezTo>
                      <a:pt x="-2313" y="10691"/>
                      <a:pt x="4738" y="1166"/>
                      <a:pt x="34836" y="-167"/>
                    </a:cubicBezTo>
                    <a:cubicBezTo>
                      <a:pt x="75794" y="-2358"/>
                      <a:pt x="101511" y="9358"/>
                      <a:pt x="124561" y="45458"/>
                    </a:cubicBezTo>
                    <a:cubicBezTo>
                      <a:pt x="169996" y="117276"/>
                      <a:pt x="220765" y="185761"/>
                      <a:pt x="269436" y="255579"/>
                    </a:cubicBezTo>
                    <a:cubicBezTo>
                      <a:pt x="275057" y="264438"/>
                      <a:pt x="282677" y="272915"/>
                      <a:pt x="296011" y="290155"/>
                    </a:cubicBezTo>
                    <a:close/>
                  </a:path>
                </a:pathLst>
              </a:custGeom>
              <a:grpFill/>
              <a:ln w="9525" cap="flat">
                <a:noFill/>
                <a:prstDash val="solid"/>
                <a:miter/>
              </a:ln>
            </p:spPr>
            <p:txBody>
              <a:bodyPr rtlCol="0" anchor="ctr"/>
              <a:lstStyle/>
              <a:p>
                <a:endParaRPr lang="fr-FR"/>
              </a:p>
            </p:txBody>
          </p:sp>
          <p:sp>
            <p:nvSpPr>
              <p:cNvPr id="78" name="Forme libre : forme 77">
                <a:extLst>
                  <a:ext uri="{FF2B5EF4-FFF2-40B4-BE49-F238E27FC236}">
                    <a16:creationId xmlns:a16="http://schemas.microsoft.com/office/drawing/2014/main" id="{F70FD49C-7A0A-4677-BE2B-0FC55A23E410}"/>
                  </a:ext>
                </a:extLst>
              </p:cNvPr>
              <p:cNvSpPr/>
              <p:nvPr/>
            </p:nvSpPr>
            <p:spPr>
              <a:xfrm>
                <a:off x="7956798" y="5156260"/>
                <a:ext cx="455494" cy="455492"/>
              </a:xfrm>
              <a:custGeom>
                <a:avLst/>
                <a:gdLst>
                  <a:gd name="connsiteX0" fmla="*/ 453178 w 455494"/>
                  <a:gd name="connsiteY0" fmla="*/ 225992 h 455492"/>
                  <a:gd name="connsiteX1" fmla="*/ 226768 w 455494"/>
                  <a:gd name="connsiteY1" fmla="*/ 455068 h 455492"/>
                  <a:gd name="connsiteX2" fmla="*/ -2308 w 455494"/>
                  <a:gd name="connsiteY2" fmla="*/ 228659 h 455492"/>
                  <a:gd name="connsiteX3" fmla="*/ 224101 w 455494"/>
                  <a:gd name="connsiteY3" fmla="*/ -418 h 455492"/>
                  <a:gd name="connsiteX4" fmla="*/ 225150 w 455494"/>
                  <a:gd name="connsiteY4" fmla="*/ -418 h 455492"/>
                  <a:gd name="connsiteX5" fmla="*/ 453178 w 455494"/>
                  <a:gd name="connsiteY5" fmla="*/ 225134 h 455492"/>
                  <a:gd name="connsiteX6" fmla="*/ 453178 w 455494"/>
                  <a:gd name="connsiteY6" fmla="*/ 225992 h 455492"/>
                  <a:gd name="connsiteX7" fmla="*/ 224578 w 455494"/>
                  <a:gd name="connsiteY7" fmla="*/ 371153 h 455492"/>
                  <a:gd name="connsiteX8" fmla="*/ 366499 w 455494"/>
                  <a:gd name="connsiteY8" fmla="*/ 230716 h 455492"/>
                  <a:gd name="connsiteX9" fmla="*/ 366404 w 455494"/>
                  <a:gd name="connsiteY9" fmla="*/ 226182 h 455492"/>
                  <a:gd name="connsiteX10" fmla="*/ 224864 w 455494"/>
                  <a:gd name="connsiteY10" fmla="*/ 84641 h 455492"/>
                  <a:gd name="connsiteX11" fmla="*/ 83321 w 455494"/>
                  <a:gd name="connsiteY11" fmla="*/ 226182 h 455492"/>
                  <a:gd name="connsiteX12" fmla="*/ 219243 w 455494"/>
                  <a:gd name="connsiteY12" fmla="*/ 371086 h 455492"/>
                  <a:gd name="connsiteX13" fmla="*/ 224959 w 455494"/>
                  <a:gd name="connsiteY13" fmla="*/ 371153 h 45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5494" h="455492">
                    <a:moveTo>
                      <a:pt x="453178" y="225992"/>
                    </a:moveTo>
                    <a:cubicBezTo>
                      <a:pt x="453941" y="351769"/>
                      <a:pt x="352593" y="454325"/>
                      <a:pt x="226768" y="455068"/>
                    </a:cubicBezTo>
                    <a:cubicBezTo>
                      <a:pt x="101039" y="455801"/>
                      <a:pt x="-1546" y="354436"/>
                      <a:pt x="-2308" y="228659"/>
                    </a:cubicBezTo>
                    <a:cubicBezTo>
                      <a:pt x="-3069" y="102881"/>
                      <a:pt x="98372" y="325"/>
                      <a:pt x="224101" y="-418"/>
                    </a:cubicBezTo>
                    <a:cubicBezTo>
                      <a:pt x="224482" y="-418"/>
                      <a:pt x="224769" y="-418"/>
                      <a:pt x="225150" y="-418"/>
                    </a:cubicBezTo>
                    <a:cubicBezTo>
                      <a:pt x="350403" y="-1104"/>
                      <a:pt x="452510" y="99880"/>
                      <a:pt x="453178" y="225134"/>
                    </a:cubicBezTo>
                    <a:cubicBezTo>
                      <a:pt x="453178" y="225420"/>
                      <a:pt x="453178" y="225706"/>
                      <a:pt x="453178" y="225992"/>
                    </a:cubicBezTo>
                    <a:close/>
                    <a:moveTo>
                      <a:pt x="224578" y="371153"/>
                    </a:moveTo>
                    <a:cubicBezTo>
                      <a:pt x="302492" y="371553"/>
                      <a:pt x="366025" y="308669"/>
                      <a:pt x="366499" y="230716"/>
                    </a:cubicBezTo>
                    <a:cubicBezTo>
                      <a:pt x="366499" y="229202"/>
                      <a:pt x="366404" y="227696"/>
                      <a:pt x="366404" y="226182"/>
                    </a:cubicBezTo>
                    <a:cubicBezTo>
                      <a:pt x="366404" y="148011"/>
                      <a:pt x="303064" y="84641"/>
                      <a:pt x="224864" y="84641"/>
                    </a:cubicBezTo>
                    <a:cubicBezTo>
                      <a:pt x="146664" y="84641"/>
                      <a:pt x="83321" y="148011"/>
                      <a:pt x="83321" y="226182"/>
                    </a:cubicBezTo>
                    <a:cubicBezTo>
                      <a:pt x="80845" y="303735"/>
                      <a:pt x="141711" y="368609"/>
                      <a:pt x="219243" y="371086"/>
                    </a:cubicBezTo>
                    <a:cubicBezTo>
                      <a:pt x="221148" y="371143"/>
                      <a:pt x="223055" y="371172"/>
                      <a:pt x="224959" y="371153"/>
                    </a:cubicBezTo>
                    <a:close/>
                  </a:path>
                </a:pathLst>
              </a:custGeom>
              <a:grpFill/>
              <a:ln w="9525" cap="flat">
                <a:noFill/>
                <a:prstDash val="solid"/>
                <a:miter/>
              </a:ln>
            </p:spPr>
            <p:txBody>
              <a:bodyPr rtlCol="0" anchor="ctr"/>
              <a:lstStyle/>
              <a:p>
                <a:endParaRPr lang="fr-FR"/>
              </a:p>
            </p:txBody>
          </p:sp>
          <p:sp>
            <p:nvSpPr>
              <p:cNvPr id="79" name="Forme libre : forme 78">
                <a:extLst>
                  <a:ext uri="{FF2B5EF4-FFF2-40B4-BE49-F238E27FC236}">
                    <a16:creationId xmlns:a16="http://schemas.microsoft.com/office/drawing/2014/main" id="{1990CB0D-45AC-40EE-8D1A-E9087234BCDA}"/>
                  </a:ext>
                </a:extLst>
              </p:cNvPr>
              <p:cNvSpPr/>
              <p:nvPr/>
            </p:nvSpPr>
            <p:spPr>
              <a:xfrm>
                <a:off x="7217845" y="4561447"/>
                <a:ext cx="354816" cy="446265"/>
              </a:xfrm>
              <a:custGeom>
                <a:avLst/>
                <a:gdLst>
                  <a:gd name="connsiteX0" fmla="*/ 352503 w 354816"/>
                  <a:gd name="connsiteY0" fmla="*/ 445043 h 446265"/>
                  <a:gd name="connsiteX1" fmla="*/ 269729 w 354816"/>
                  <a:gd name="connsiteY1" fmla="*/ 443996 h 446265"/>
                  <a:gd name="connsiteX2" fmla="*/ 242394 w 354816"/>
                  <a:gd name="connsiteY2" fmla="*/ 421802 h 446265"/>
                  <a:gd name="connsiteX3" fmla="*/ 193625 w 354816"/>
                  <a:gd name="connsiteY3" fmla="*/ 323600 h 446265"/>
                  <a:gd name="connsiteX4" fmla="*/ 140477 w 354816"/>
                  <a:gd name="connsiteY4" fmla="*/ 290167 h 446265"/>
                  <a:gd name="connsiteX5" fmla="*/ 84469 w 354816"/>
                  <a:gd name="connsiteY5" fmla="*/ 290167 h 446265"/>
                  <a:gd name="connsiteX6" fmla="*/ 84945 w 354816"/>
                  <a:gd name="connsiteY6" fmla="*/ 413992 h 446265"/>
                  <a:gd name="connsiteX7" fmla="*/ 37320 w 354816"/>
                  <a:gd name="connsiteY7" fmla="*/ 444853 h 446265"/>
                  <a:gd name="connsiteX8" fmla="*/ -2303 w 354816"/>
                  <a:gd name="connsiteY8" fmla="*/ 412753 h 446265"/>
                  <a:gd name="connsiteX9" fmla="*/ -2303 w 354816"/>
                  <a:gd name="connsiteY9" fmla="*/ 33468 h 446265"/>
                  <a:gd name="connsiteX10" fmla="*/ 32272 w 354816"/>
                  <a:gd name="connsiteY10" fmla="*/ -346 h 446265"/>
                  <a:gd name="connsiteX11" fmla="*/ 184672 w 354816"/>
                  <a:gd name="connsiteY11" fmla="*/ 226 h 446265"/>
                  <a:gd name="connsiteX12" fmla="*/ 331168 w 354816"/>
                  <a:gd name="connsiteY12" fmla="*/ 95476 h 446265"/>
                  <a:gd name="connsiteX13" fmla="*/ 280971 w 354816"/>
                  <a:gd name="connsiteY13" fmla="*/ 259496 h 446265"/>
                  <a:gd name="connsiteX14" fmla="*/ 266206 w 354816"/>
                  <a:gd name="connsiteY14" fmla="*/ 272260 h 446265"/>
                  <a:gd name="connsiteX15" fmla="*/ 352503 w 354816"/>
                  <a:gd name="connsiteY15" fmla="*/ 445043 h 446265"/>
                  <a:gd name="connsiteX16" fmla="*/ 85803 w 354816"/>
                  <a:gd name="connsiteY16" fmla="*/ 211395 h 446265"/>
                  <a:gd name="connsiteX17" fmla="*/ 190578 w 354816"/>
                  <a:gd name="connsiteY17" fmla="*/ 210728 h 446265"/>
                  <a:gd name="connsiteX18" fmla="*/ 251061 w 354816"/>
                  <a:gd name="connsiteY18" fmla="*/ 139643 h 446265"/>
                  <a:gd name="connsiteX19" fmla="*/ 195150 w 354816"/>
                  <a:gd name="connsiteY19" fmla="*/ 79664 h 446265"/>
                  <a:gd name="connsiteX20" fmla="*/ 85517 w 354816"/>
                  <a:gd name="connsiteY20" fmla="*/ 78902 h 44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4816" h="446265">
                    <a:moveTo>
                      <a:pt x="352503" y="445043"/>
                    </a:moveTo>
                    <a:cubicBezTo>
                      <a:pt x="324880" y="446386"/>
                      <a:pt x="297258" y="446043"/>
                      <a:pt x="269729" y="443996"/>
                    </a:cubicBezTo>
                    <a:cubicBezTo>
                      <a:pt x="258014" y="440548"/>
                      <a:pt x="248203" y="432556"/>
                      <a:pt x="242394" y="421802"/>
                    </a:cubicBezTo>
                    <a:cubicBezTo>
                      <a:pt x="224107" y="390094"/>
                      <a:pt x="207817" y="357299"/>
                      <a:pt x="193625" y="323600"/>
                    </a:cubicBezTo>
                    <a:cubicBezTo>
                      <a:pt x="183149" y="297691"/>
                      <a:pt x="168670" y="286262"/>
                      <a:pt x="140477" y="290167"/>
                    </a:cubicBezTo>
                    <a:cubicBezTo>
                      <a:pt x="121806" y="291329"/>
                      <a:pt x="103137" y="291329"/>
                      <a:pt x="84469" y="290167"/>
                    </a:cubicBezTo>
                    <a:cubicBezTo>
                      <a:pt x="84469" y="334172"/>
                      <a:pt x="82755" y="374177"/>
                      <a:pt x="84945" y="413992"/>
                    </a:cubicBezTo>
                    <a:cubicBezTo>
                      <a:pt x="87327" y="455425"/>
                      <a:pt x="58275" y="443138"/>
                      <a:pt x="37320" y="444853"/>
                    </a:cubicBezTo>
                    <a:cubicBezTo>
                      <a:pt x="14271" y="446662"/>
                      <a:pt x="-2780" y="445805"/>
                      <a:pt x="-2303" y="412753"/>
                    </a:cubicBezTo>
                    <a:cubicBezTo>
                      <a:pt x="-398" y="286356"/>
                      <a:pt x="-780" y="159865"/>
                      <a:pt x="-2303" y="33468"/>
                    </a:cubicBezTo>
                    <a:cubicBezTo>
                      <a:pt x="-2303" y="6607"/>
                      <a:pt x="6078" y="-1298"/>
                      <a:pt x="32272" y="-346"/>
                    </a:cubicBezTo>
                    <a:cubicBezTo>
                      <a:pt x="83041" y="1464"/>
                      <a:pt x="133903" y="130"/>
                      <a:pt x="184672" y="226"/>
                    </a:cubicBezTo>
                    <a:cubicBezTo>
                      <a:pt x="257823" y="226"/>
                      <a:pt x="308497" y="33468"/>
                      <a:pt x="331168" y="95476"/>
                    </a:cubicBezTo>
                    <a:cubicBezTo>
                      <a:pt x="353836" y="157484"/>
                      <a:pt x="336118" y="212348"/>
                      <a:pt x="280971" y="259496"/>
                    </a:cubicBezTo>
                    <a:lnTo>
                      <a:pt x="266206" y="272260"/>
                    </a:lnTo>
                    <a:cubicBezTo>
                      <a:pt x="293828" y="327600"/>
                      <a:pt x="320975" y="381988"/>
                      <a:pt x="352503" y="445043"/>
                    </a:cubicBezTo>
                    <a:close/>
                    <a:moveTo>
                      <a:pt x="85803" y="211395"/>
                    </a:moveTo>
                    <a:cubicBezTo>
                      <a:pt x="122950" y="211395"/>
                      <a:pt x="157146" y="213681"/>
                      <a:pt x="190578" y="210728"/>
                    </a:cubicBezTo>
                    <a:cubicBezTo>
                      <a:pt x="226962" y="207804"/>
                      <a:pt x="254014" y="175981"/>
                      <a:pt x="251061" y="139643"/>
                    </a:cubicBezTo>
                    <a:cubicBezTo>
                      <a:pt x="248680" y="109087"/>
                      <a:pt x="225439" y="84246"/>
                      <a:pt x="195150" y="79664"/>
                    </a:cubicBezTo>
                    <a:cubicBezTo>
                      <a:pt x="158669" y="77549"/>
                      <a:pt x="122092" y="77292"/>
                      <a:pt x="85517" y="78902"/>
                    </a:cubicBezTo>
                    <a:close/>
                  </a:path>
                </a:pathLst>
              </a:custGeom>
              <a:grpFill/>
              <a:ln w="9525" cap="flat">
                <a:noFill/>
                <a:prstDash val="solid"/>
                <a:miter/>
              </a:ln>
            </p:spPr>
            <p:txBody>
              <a:bodyPr rtlCol="0" anchor="ctr"/>
              <a:lstStyle/>
              <a:p>
                <a:endParaRPr lang="fr-FR"/>
              </a:p>
            </p:txBody>
          </p:sp>
          <p:sp>
            <p:nvSpPr>
              <p:cNvPr id="80" name="Forme libre : forme 79">
                <a:extLst>
                  <a:ext uri="{FF2B5EF4-FFF2-40B4-BE49-F238E27FC236}">
                    <a16:creationId xmlns:a16="http://schemas.microsoft.com/office/drawing/2014/main" id="{3DB324A6-5FA7-409C-99B5-678B86183615}"/>
                  </a:ext>
                </a:extLst>
              </p:cNvPr>
              <p:cNvSpPr/>
              <p:nvPr/>
            </p:nvSpPr>
            <p:spPr>
              <a:xfrm>
                <a:off x="5614299" y="5162144"/>
                <a:ext cx="380951" cy="443651"/>
              </a:xfrm>
              <a:custGeom>
                <a:avLst/>
                <a:gdLst>
                  <a:gd name="connsiteX0" fmla="*/ -2291 w 380951"/>
                  <a:gd name="connsiteY0" fmla="*/ 220869 h 443651"/>
                  <a:gd name="connsiteX1" fmla="*/ -2291 w 380951"/>
                  <a:gd name="connsiteY1" fmla="*/ 29226 h 443651"/>
                  <a:gd name="connsiteX2" fmla="*/ 26284 w 380951"/>
                  <a:gd name="connsiteY2" fmla="*/ -396 h 443651"/>
                  <a:gd name="connsiteX3" fmla="*/ 168300 w 380951"/>
                  <a:gd name="connsiteY3" fmla="*/ 1223 h 443651"/>
                  <a:gd name="connsiteX4" fmla="*/ 378613 w 380951"/>
                  <a:gd name="connsiteY4" fmla="*/ 224203 h 443651"/>
                  <a:gd name="connsiteX5" fmla="*/ 159538 w 380951"/>
                  <a:gd name="connsiteY5" fmla="*/ 442326 h 443651"/>
                  <a:gd name="connsiteX6" fmla="*/ 28188 w 380951"/>
                  <a:gd name="connsiteY6" fmla="*/ 443183 h 443651"/>
                  <a:gd name="connsiteX7" fmla="*/ -2291 w 380951"/>
                  <a:gd name="connsiteY7" fmla="*/ 412512 h 443651"/>
                  <a:gd name="connsiteX8" fmla="*/ -2291 w 380951"/>
                  <a:gd name="connsiteY8" fmla="*/ 220869 h 443651"/>
                  <a:gd name="connsiteX9" fmla="*/ 87719 w 380951"/>
                  <a:gd name="connsiteY9" fmla="*/ 361745 h 443651"/>
                  <a:gd name="connsiteX10" fmla="*/ 270790 w 380951"/>
                  <a:gd name="connsiteY10" fmla="*/ 291831 h 443651"/>
                  <a:gd name="connsiteX11" fmla="*/ 262981 w 380951"/>
                  <a:gd name="connsiteY11" fmla="*/ 138669 h 443651"/>
                  <a:gd name="connsiteX12" fmla="*/ 87719 w 380951"/>
                  <a:gd name="connsiteY12" fmla="*/ 82471 h 443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951" h="443651">
                    <a:moveTo>
                      <a:pt x="-2291" y="220869"/>
                    </a:moveTo>
                    <a:cubicBezTo>
                      <a:pt x="-2291" y="156957"/>
                      <a:pt x="-1624" y="93139"/>
                      <a:pt x="-2291" y="29226"/>
                    </a:cubicBezTo>
                    <a:cubicBezTo>
                      <a:pt x="-2291" y="8271"/>
                      <a:pt x="3994" y="-968"/>
                      <a:pt x="26284" y="-396"/>
                    </a:cubicBezTo>
                    <a:cubicBezTo>
                      <a:pt x="73909" y="747"/>
                      <a:pt x="121534" y="-1730"/>
                      <a:pt x="168300" y="1223"/>
                    </a:cubicBezTo>
                    <a:cubicBezTo>
                      <a:pt x="285363" y="8653"/>
                      <a:pt x="380422" y="110570"/>
                      <a:pt x="378613" y="224203"/>
                    </a:cubicBezTo>
                    <a:cubicBezTo>
                      <a:pt x="376804" y="341361"/>
                      <a:pt x="279554" y="438801"/>
                      <a:pt x="159538" y="442326"/>
                    </a:cubicBezTo>
                    <a:cubicBezTo>
                      <a:pt x="115818" y="443564"/>
                      <a:pt x="71909" y="441564"/>
                      <a:pt x="28188" y="443183"/>
                    </a:cubicBezTo>
                    <a:cubicBezTo>
                      <a:pt x="4757" y="443945"/>
                      <a:pt x="-2768" y="435563"/>
                      <a:pt x="-2291" y="412512"/>
                    </a:cubicBezTo>
                    <a:cubicBezTo>
                      <a:pt x="-1433" y="348600"/>
                      <a:pt x="-2291" y="284782"/>
                      <a:pt x="-2291" y="220869"/>
                    </a:cubicBezTo>
                    <a:close/>
                    <a:moveTo>
                      <a:pt x="87719" y="361745"/>
                    </a:moveTo>
                    <a:cubicBezTo>
                      <a:pt x="163919" y="368698"/>
                      <a:pt x="230594" y="361268"/>
                      <a:pt x="270790" y="291831"/>
                    </a:cubicBezTo>
                    <a:cubicBezTo>
                      <a:pt x="300699" y="244234"/>
                      <a:pt x="297651" y="182969"/>
                      <a:pt x="262981" y="138669"/>
                    </a:cubicBezTo>
                    <a:cubicBezTo>
                      <a:pt x="219260" y="77994"/>
                      <a:pt x="155824" y="74280"/>
                      <a:pt x="87719" y="82471"/>
                    </a:cubicBezTo>
                    <a:close/>
                  </a:path>
                </a:pathLst>
              </a:custGeom>
              <a:grpFill/>
              <a:ln w="9525" cap="flat">
                <a:noFill/>
                <a:prstDash val="solid"/>
                <a:miter/>
              </a:ln>
            </p:spPr>
            <p:txBody>
              <a:bodyPr rtlCol="0" anchor="ctr"/>
              <a:lstStyle/>
              <a:p>
                <a:endParaRPr lang="fr-FR"/>
              </a:p>
            </p:txBody>
          </p:sp>
          <p:sp>
            <p:nvSpPr>
              <p:cNvPr id="81" name="Forme libre : forme 80">
                <a:extLst>
                  <a:ext uri="{FF2B5EF4-FFF2-40B4-BE49-F238E27FC236}">
                    <a16:creationId xmlns:a16="http://schemas.microsoft.com/office/drawing/2014/main" id="{8A6B91BF-807F-42C3-A8EB-8F587875D014}"/>
                  </a:ext>
                </a:extLst>
              </p:cNvPr>
              <p:cNvSpPr/>
              <p:nvPr/>
            </p:nvSpPr>
            <p:spPr>
              <a:xfrm>
                <a:off x="5215301" y="4562018"/>
                <a:ext cx="376298" cy="446830"/>
              </a:xfrm>
              <a:custGeom>
                <a:avLst/>
                <a:gdLst>
                  <a:gd name="connsiteX0" fmla="*/ 84190 w 376298"/>
                  <a:gd name="connsiteY0" fmla="*/ 166818 h 446830"/>
                  <a:gd name="connsiteX1" fmla="*/ 284215 w 376298"/>
                  <a:gd name="connsiteY1" fmla="*/ 166818 h 446830"/>
                  <a:gd name="connsiteX2" fmla="*/ 284215 w 376298"/>
                  <a:gd name="connsiteY2" fmla="*/ -59 h 446830"/>
                  <a:gd name="connsiteX3" fmla="*/ 341365 w 376298"/>
                  <a:gd name="connsiteY3" fmla="*/ -59 h 446830"/>
                  <a:gd name="connsiteX4" fmla="*/ 373179 w 376298"/>
                  <a:gd name="connsiteY4" fmla="*/ 32992 h 446830"/>
                  <a:gd name="connsiteX5" fmla="*/ 373179 w 376298"/>
                  <a:gd name="connsiteY5" fmla="*/ 355699 h 446830"/>
                  <a:gd name="connsiteX6" fmla="*/ 373179 w 376298"/>
                  <a:gd name="connsiteY6" fmla="*/ 401800 h 446830"/>
                  <a:gd name="connsiteX7" fmla="*/ 329935 w 376298"/>
                  <a:gd name="connsiteY7" fmla="*/ 446377 h 446830"/>
                  <a:gd name="connsiteX8" fmla="*/ 285073 w 376298"/>
                  <a:gd name="connsiteY8" fmla="*/ 399705 h 446830"/>
                  <a:gd name="connsiteX9" fmla="*/ 285740 w 376298"/>
                  <a:gd name="connsiteY9" fmla="*/ 255877 h 446830"/>
                  <a:gd name="connsiteX10" fmla="*/ 84762 w 376298"/>
                  <a:gd name="connsiteY10" fmla="*/ 255877 h 446830"/>
                  <a:gd name="connsiteX11" fmla="*/ 85620 w 376298"/>
                  <a:gd name="connsiteY11" fmla="*/ 408277 h 446830"/>
                  <a:gd name="connsiteX12" fmla="*/ 39518 w 376298"/>
                  <a:gd name="connsiteY12" fmla="*/ 445615 h 446830"/>
                  <a:gd name="connsiteX13" fmla="*/ -2296 w 376298"/>
                  <a:gd name="connsiteY13" fmla="*/ 407515 h 446830"/>
                  <a:gd name="connsiteX14" fmla="*/ -2296 w 376298"/>
                  <a:gd name="connsiteY14" fmla="*/ 35088 h 446830"/>
                  <a:gd name="connsiteX15" fmla="*/ 41709 w 376298"/>
                  <a:gd name="connsiteY15" fmla="*/ -155 h 446830"/>
                  <a:gd name="connsiteX16" fmla="*/ 85525 w 376298"/>
                  <a:gd name="connsiteY16" fmla="*/ 34897 h 446830"/>
                  <a:gd name="connsiteX17" fmla="*/ 84190 w 376298"/>
                  <a:gd name="connsiteY17" fmla="*/ 166818 h 44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6298" h="446830">
                    <a:moveTo>
                      <a:pt x="84190" y="166818"/>
                    </a:moveTo>
                    <a:lnTo>
                      <a:pt x="284215" y="166818"/>
                    </a:lnTo>
                    <a:lnTo>
                      <a:pt x="284215" y="-59"/>
                    </a:lnTo>
                    <a:cubicBezTo>
                      <a:pt x="306695" y="-59"/>
                      <a:pt x="323936" y="1369"/>
                      <a:pt x="341365" y="-59"/>
                    </a:cubicBezTo>
                    <a:cubicBezTo>
                      <a:pt x="367368" y="-2727"/>
                      <a:pt x="373370" y="9466"/>
                      <a:pt x="373179" y="32992"/>
                    </a:cubicBezTo>
                    <a:cubicBezTo>
                      <a:pt x="372321" y="140529"/>
                      <a:pt x="373179" y="248162"/>
                      <a:pt x="373179" y="355699"/>
                    </a:cubicBezTo>
                    <a:cubicBezTo>
                      <a:pt x="372226" y="371053"/>
                      <a:pt x="372226" y="386446"/>
                      <a:pt x="373179" y="401800"/>
                    </a:cubicBezTo>
                    <a:cubicBezTo>
                      <a:pt x="377560" y="435995"/>
                      <a:pt x="364226" y="445615"/>
                      <a:pt x="329935" y="446377"/>
                    </a:cubicBezTo>
                    <a:cubicBezTo>
                      <a:pt x="292598" y="447139"/>
                      <a:pt x="283073" y="434566"/>
                      <a:pt x="285073" y="399705"/>
                    </a:cubicBezTo>
                    <a:cubicBezTo>
                      <a:pt x="287836" y="352746"/>
                      <a:pt x="285740" y="305502"/>
                      <a:pt x="285740" y="255877"/>
                    </a:cubicBezTo>
                    <a:lnTo>
                      <a:pt x="84762" y="255877"/>
                    </a:lnTo>
                    <a:cubicBezTo>
                      <a:pt x="84762" y="307407"/>
                      <a:pt x="82095" y="358080"/>
                      <a:pt x="85620" y="408277"/>
                    </a:cubicBezTo>
                    <a:cubicBezTo>
                      <a:pt x="88476" y="448187"/>
                      <a:pt x="65712" y="444472"/>
                      <a:pt x="39518" y="445615"/>
                    </a:cubicBezTo>
                    <a:cubicBezTo>
                      <a:pt x="10943" y="446853"/>
                      <a:pt x="-2868" y="441519"/>
                      <a:pt x="-2296" y="407515"/>
                    </a:cubicBezTo>
                    <a:cubicBezTo>
                      <a:pt x="-200" y="283433"/>
                      <a:pt x="-200" y="159294"/>
                      <a:pt x="-2296" y="35088"/>
                    </a:cubicBezTo>
                    <a:cubicBezTo>
                      <a:pt x="-2963" y="-2155"/>
                      <a:pt x="16754" y="-250"/>
                      <a:pt x="41709" y="-155"/>
                    </a:cubicBezTo>
                    <a:cubicBezTo>
                      <a:pt x="66665" y="-59"/>
                      <a:pt x="88287" y="-2727"/>
                      <a:pt x="85525" y="34897"/>
                    </a:cubicBezTo>
                    <a:cubicBezTo>
                      <a:pt x="81713" y="77760"/>
                      <a:pt x="84190" y="121384"/>
                      <a:pt x="84190" y="166818"/>
                    </a:cubicBezTo>
                    <a:close/>
                  </a:path>
                </a:pathLst>
              </a:custGeom>
              <a:grpFill/>
              <a:ln w="9525" cap="flat">
                <a:noFill/>
                <a:prstDash val="solid"/>
                <a:miter/>
              </a:ln>
            </p:spPr>
            <p:txBody>
              <a:bodyPr rtlCol="0" anchor="ctr"/>
              <a:lstStyle/>
              <a:p>
                <a:endParaRPr lang="fr-FR"/>
              </a:p>
            </p:txBody>
          </p:sp>
          <p:sp>
            <p:nvSpPr>
              <p:cNvPr id="82" name="Forme libre : forme 81">
                <a:extLst>
                  <a:ext uri="{FF2B5EF4-FFF2-40B4-BE49-F238E27FC236}">
                    <a16:creationId xmlns:a16="http://schemas.microsoft.com/office/drawing/2014/main" id="{506C5062-A6B3-409A-B52C-210FE62F162A}"/>
                  </a:ext>
                </a:extLst>
              </p:cNvPr>
              <p:cNvSpPr/>
              <p:nvPr/>
            </p:nvSpPr>
            <p:spPr>
              <a:xfrm>
                <a:off x="6340877" y="4561103"/>
                <a:ext cx="373884" cy="446393"/>
              </a:xfrm>
              <a:custGeom>
                <a:avLst/>
                <a:gdLst>
                  <a:gd name="connsiteX0" fmla="*/ 285542 w 373884"/>
                  <a:gd name="connsiteY0" fmla="*/ 255554 h 446393"/>
                  <a:gd name="connsiteX1" fmla="*/ 85517 w 373884"/>
                  <a:gd name="connsiteY1" fmla="*/ 255554 h 446393"/>
                  <a:gd name="connsiteX2" fmla="*/ 86280 w 373884"/>
                  <a:gd name="connsiteY2" fmla="*/ 411002 h 446393"/>
                  <a:gd name="connsiteX3" fmla="*/ 44750 w 373884"/>
                  <a:gd name="connsiteY3" fmla="*/ 445673 h 446393"/>
                  <a:gd name="connsiteX4" fmla="*/ -2303 w 373884"/>
                  <a:gd name="connsiteY4" fmla="*/ 413097 h 446393"/>
                  <a:gd name="connsiteX5" fmla="*/ -2303 w 373884"/>
                  <a:gd name="connsiteY5" fmla="*/ 33431 h 446393"/>
                  <a:gd name="connsiteX6" fmla="*/ 47703 w 373884"/>
                  <a:gd name="connsiteY6" fmla="*/ 760 h 446393"/>
                  <a:gd name="connsiteX7" fmla="*/ 85803 w 373884"/>
                  <a:gd name="connsiteY7" fmla="*/ 34098 h 446393"/>
                  <a:gd name="connsiteX8" fmla="*/ 85136 w 373884"/>
                  <a:gd name="connsiteY8" fmla="*/ 167448 h 446393"/>
                  <a:gd name="connsiteX9" fmla="*/ 285161 w 373884"/>
                  <a:gd name="connsiteY9" fmla="*/ 167448 h 446393"/>
                  <a:gd name="connsiteX10" fmla="*/ 284398 w 373884"/>
                  <a:gd name="connsiteY10" fmla="*/ 43147 h 446393"/>
                  <a:gd name="connsiteX11" fmla="*/ 327928 w 373884"/>
                  <a:gd name="connsiteY11" fmla="*/ 665 h 446393"/>
                  <a:gd name="connsiteX12" fmla="*/ 367649 w 373884"/>
                  <a:gd name="connsiteY12" fmla="*/ 665 h 446393"/>
                  <a:gd name="connsiteX13" fmla="*/ 370600 w 373884"/>
                  <a:gd name="connsiteY13" fmla="*/ 31907 h 446393"/>
                  <a:gd name="connsiteX14" fmla="*/ 371553 w 373884"/>
                  <a:gd name="connsiteY14" fmla="*/ 411574 h 446393"/>
                  <a:gd name="connsiteX15" fmla="*/ 326310 w 373884"/>
                  <a:gd name="connsiteY15" fmla="*/ 445483 h 446393"/>
                  <a:gd name="connsiteX16" fmla="*/ 284305 w 373884"/>
                  <a:gd name="connsiteY16" fmla="*/ 411764 h 446393"/>
                  <a:gd name="connsiteX17" fmla="*/ 285542 w 373884"/>
                  <a:gd name="connsiteY17" fmla="*/ 255554 h 44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884" h="446393">
                    <a:moveTo>
                      <a:pt x="285542" y="255554"/>
                    </a:moveTo>
                    <a:lnTo>
                      <a:pt x="85517" y="255554"/>
                    </a:lnTo>
                    <a:cubicBezTo>
                      <a:pt x="85517" y="307942"/>
                      <a:pt x="83422" y="359567"/>
                      <a:pt x="86280" y="411002"/>
                    </a:cubicBezTo>
                    <a:cubicBezTo>
                      <a:pt x="88280" y="445863"/>
                      <a:pt x="69707" y="446911"/>
                      <a:pt x="44750" y="445673"/>
                    </a:cubicBezTo>
                    <a:cubicBezTo>
                      <a:pt x="22082" y="444530"/>
                      <a:pt x="-2875" y="452817"/>
                      <a:pt x="-2303" y="413097"/>
                    </a:cubicBezTo>
                    <a:cubicBezTo>
                      <a:pt x="-494" y="286606"/>
                      <a:pt x="-494" y="160047"/>
                      <a:pt x="-2303" y="33431"/>
                    </a:cubicBezTo>
                    <a:cubicBezTo>
                      <a:pt x="-2875" y="-9622"/>
                      <a:pt x="25128" y="2760"/>
                      <a:pt x="47703" y="760"/>
                    </a:cubicBezTo>
                    <a:cubicBezTo>
                      <a:pt x="72467" y="-1526"/>
                      <a:pt x="88089" y="2570"/>
                      <a:pt x="85803" y="34098"/>
                    </a:cubicBezTo>
                    <a:cubicBezTo>
                      <a:pt x="83231" y="77532"/>
                      <a:pt x="85136" y="121251"/>
                      <a:pt x="85136" y="167448"/>
                    </a:cubicBezTo>
                    <a:lnTo>
                      <a:pt x="285161" y="167448"/>
                    </a:lnTo>
                    <a:cubicBezTo>
                      <a:pt x="285161" y="125157"/>
                      <a:pt x="287352" y="84009"/>
                      <a:pt x="284398" y="43147"/>
                    </a:cubicBezTo>
                    <a:cubicBezTo>
                      <a:pt x="281924" y="8476"/>
                      <a:pt x="293923" y="-4478"/>
                      <a:pt x="327928" y="665"/>
                    </a:cubicBezTo>
                    <a:cubicBezTo>
                      <a:pt x="341169" y="1532"/>
                      <a:pt x="354408" y="1532"/>
                      <a:pt x="367649" y="665"/>
                    </a:cubicBezTo>
                    <a:cubicBezTo>
                      <a:pt x="368886" y="13714"/>
                      <a:pt x="370600" y="22763"/>
                      <a:pt x="370600" y="31907"/>
                    </a:cubicBezTo>
                    <a:cubicBezTo>
                      <a:pt x="370600" y="158494"/>
                      <a:pt x="369172" y="284986"/>
                      <a:pt x="371553" y="411574"/>
                    </a:cubicBezTo>
                    <a:cubicBezTo>
                      <a:pt x="372316" y="450817"/>
                      <a:pt x="349836" y="444911"/>
                      <a:pt x="326310" y="445483"/>
                    </a:cubicBezTo>
                    <a:cubicBezTo>
                      <a:pt x="302783" y="446054"/>
                      <a:pt x="282112" y="447578"/>
                      <a:pt x="284305" y="411764"/>
                    </a:cubicBezTo>
                    <a:cubicBezTo>
                      <a:pt x="288210" y="361377"/>
                      <a:pt x="285542" y="310513"/>
                      <a:pt x="285542" y="255554"/>
                    </a:cubicBezTo>
                    <a:close/>
                  </a:path>
                </a:pathLst>
              </a:custGeom>
              <a:grpFill/>
              <a:ln w="9525" cap="flat">
                <a:noFill/>
                <a:prstDash val="solid"/>
                <a:miter/>
              </a:ln>
            </p:spPr>
            <p:txBody>
              <a:bodyPr rtlCol="0" anchor="ctr"/>
              <a:lstStyle/>
              <a:p>
                <a:endParaRPr lang="fr-FR"/>
              </a:p>
            </p:txBody>
          </p:sp>
          <p:sp>
            <p:nvSpPr>
              <p:cNvPr id="83" name="Forme libre : forme 82">
                <a:extLst>
                  <a:ext uri="{FF2B5EF4-FFF2-40B4-BE49-F238E27FC236}">
                    <a16:creationId xmlns:a16="http://schemas.microsoft.com/office/drawing/2014/main" id="{453F729D-D14C-434F-B660-0C86226DAF8F}"/>
                  </a:ext>
                </a:extLst>
              </p:cNvPr>
              <p:cNvSpPr/>
              <p:nvPr/>
            </p:nvSpPr>
            <p:spPr>
              <a:xfrm>
                <a:off x="6820160" y="4562634"/>
                <a:ext cx="325548" cy="444984"/>
              </a:xfrm>
              <a:custGeom>
                <a:avLst/>
                <a:gdLst>
                  <a:gd name="connsiteX0" fmla="*/ 258793 w 325548"/>
                  <a:gd name="connsiteY0" fmla="*/ 171917 h 444984"/>
                  <a:gd name="connsiteX1" fmla="*/ 196022 w 325548"/>
                  <a:gd name="connsiteY1" fmla="*/ 252785 h 444984"/>
                  <a:gd name="connsiteX2" fmla="*/ 85247 w 325548"/>
                  <a:gd name="connsiteY2" fmla="*/ 252785 h 444984"/>
                  <a:gd name="connsiteX3" fmla="*/ 85247 w 325548"/>
                  <a:gd name="connsiteY3" fmla="*/ 361941 h 444984"/>
                  <a:gd name="connsiteX4" fmla="*/ 274129 w 325548"/>
                  <a:gd name="connsiteY4" fmla="*/ 361941 h 444984"/>
                  <a:gd name="connsiteX5" fmla="*/ 323182 w 325548"/>
                  <a:gd name="connsiteY5" fmla="*/ 406880 h 444984"/>
                  <a:gd name="connsiteX6" fmla="*/ 315752 w 325548"/>
                  <a:gd name="connsiteY6" fmla="*/ 434426 h 444984"/>
                  <a:gd name="connsiteX7" fmla="*/ 294988 w 325548"/>
                  <a:gd name="connsiteY7" fmla="*/ 443951 h 444984"/>
                  <a:gd name="connsiteX8" fmla="*/ 21716 w 325548"/>
                  <a:gd name="connsiteY8" fmla="*/ 443951 h 444984"/>
                  <a:gd name="connsiteX9" fmla="*/ -1240 w 325548"/>
                  <a:gd name="connsiteY9" fmla="*/ 426330 h 444984"/>
                  <a:gd name="connsiteX10" fmla="*/ -2287 w 325548"/>
                  <a:gd name="connsiteY10" fmla="*/ 181 h 444984"/>
                  <a:gd name="connsiteX11" fmla="*/ 81722 w 325548"/>
                  <a:gd name="connsiteY11" fmla="*/ 181 h 444984"/>
                  <a:gd name="connsiteX12" fmla="*/ 284033 w 325548"/>
                  <a:gd name="connsiteY12" fmla="*/ -390 h 444984"/>
                  <a:gd name="connsiteX13" fmla="*/ 311943 w 325548"/>
                  <a:gd name="connsiteY13" fmla="*/ 39329 h 444984"/>
                  <a:gd name="connsiteX14" fmla="*/ 283368 w 325548"/>
                  <a:gd name="connsiteY14" fmla="*/ 82763 h 444984"/>
                  <a:gd name="connsiteX15" fmla="*/ 85724 w 325548"/>
                  <a:gd name="connsiteY15" fmla="*/ 82763 h 444984"/>
                  <a:gd name="connsiteX16" fmla="*/ 85724 w 325548"/>
                  <a:gd name="connsiteY16" fmla="*/ 173156 h 44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5548" h="444984">
                    <a:moveTo>
                      <a:pt x="258793" y="171917"/>
                    </a:moveTo>
                    <a:cubicBezTo>
                      <a:pt x="266890" y="252785"/>
                      <a:pt x="266890" y="252785"/>
                      <a:pt x="196022" y="252785"/>
                    </a:cubicBezTo>
                    <a:lnTo>
                      <a:pt x="85247" y="252785"/>
                    </a:lnTo>
                    <a:lnTo>
                      <a:pt x="85247" y="361941"/>
                    </a:lnTo>
                    <a:lnTo>
                      <a:pt x="274129" y="361941"/>
                    </a:lnTo>
                    <a:cubicBezTo>
                      <a:pt x="300132" y="360798"/>
                      <a:pt x="322038" y="380924"/>
                      <a:pt x="323182" y="406880"/>
                    </a:cubicBezTo>
                    <a:cubicBezTo>
                      <a:pt x="323658" y="416615"/>
                      <a:pt x="320991" y="426234"/>
                      <a:pt x="315752" y="434426"/>
                    </a:cubicBezTo>
                    <a:cubicBezTo>
                      <a:pt x="310513" y="440446"/>
                      <a:pt x="302988" y="443923"/>
                      <a:pt x="294988" y="443951"/>
                    </a:cubicBezTo>
                    <a:cubicBezTo>
                      <a:pt x="203929" y="444618"/>
                      <a:pt x="112774" y="444904"/>
                      <a:pt x="21716" y="443951"/>
                    </a:cubicBezTo>
                    <a:cubicBezTo>
                      <a:pt x="13619" y="443951"/>
                      <a:pt x="-1145" y="432521"/>
                      <a:pt x="-1240" y="426330"/>
                    </a:cubicBezTo>
                    <a:cubicBezTo>
                      <a:pt x="-2573" y="285931"/>
                      <a:pt x="-2287" y="145533"/>
                      <a:pt x="-2287" y="181"/>
                    </a:cubicBezTo>
                    <a:lnTo>
                      <a:pt x="81722" y="181"/>
                    </a:lnTo>
                    <a:cubicBezTo>
                      <a:pt x="149160" y="181"/>
                      <a:pt x="216598" y="1515"/>
                      <a:pt x="284033" y="-390"/>
                    </a:cubicBezTo>
                    <a:cubicBezTo>
                      <a:pt x="317561" y="-1342"/>
                      <a:pt x="312608" y="19803"/>
                      <a:pt x="311943" y="39329"/>
                    </a:cubicBezTo>
                    <a:cubicBezTo>
                      <a:pt x="311276" y="58856"/>
                      <a:pt x="319847" y="83620"/>
                      <a:pt x="283368" y="82763"/>
                    </a:cubicBezTo>
                    <a:cubicBezTo>
                      <a:pt x="218407" y="81239"/>
                      <a:pt x="153350" y="82763"/>
                      <a:pt x="85724" y="82763"/>
                    </a:cubicBezTo>
                    <a:lnTo>
                      <a:pt x="85724" y="173156"/>
                    </a:lnTo>
                    <a:close/>
                  </a:path>
                </a:pathLst>
              </a:custGeom>
              <a:grpFill/>
              <a:ln w="9525" cap="flat">
                <a:noFill/>
                <a:prstDash val="solid"/>
                <a:miter/>
              </a:ln>
            </p:spPr>
            <p:txBody>
              <a:bodyPr rtlCol="0" anchor="ctr"/>
              <a:lstStyle/>
              <a:p>
                <a:endParaRPr lang="fr-FR"/>
              </a:p>
            </p:txBody>
          </p:sp>
          <p:sp>
            <p:nvSpPr>
              <p:cNvPr id="84" name="Forme libre : forme 83">
                <a:extLst>
                  <a:ext uri="{FF2B5EF4-FFF2-40B4-BE49-F238E27FC236}">
                    <a16:creationId xmlns:a16="http://schemas.microsoft.com/office/drawing/2014/main" id="{1E1823A3-764B-4522-99DF-11F4E078CD79}"/>
                  </a:ext>
                </a:extLst>
              </p:cNvPr>
              <p:cNvSpPr/>
              <p:nvPr/>
            </p:nvSpPr>
            <p:spPr>
              <a:xfrm>
                <a:off x="5214746" y="5161680"/>
                <a:ext cx="323148" cy="444284"/>
              </a:xfrm>
              <a:custGeom>
                <a:avLst/>
                <a:gdLst>
                  <a:gd name="connsiteX0" fmla="*/ 261720 w 323148"/>
                  <a:gd name="connsiteY0" fmla="*/ 171898 h 444284"/>
                  <a:gd name="connsiteX1" fmla="*/ 261720 w 323148"/>
                  <a:gd name="connsiteY1" fmla="*/ 251908 h 444284"/>
                  <a:gd name="connsiteX2" fmla="*/ 85126 w 323148"/>
                  <a:gd name="connsiteY2" fmla="*/ 251908 h 444284"/>
                  <a:gd name="connsiteX3" fmla="*/ 86366 w 323148"/>
                  <a:gd name="connsiteY3" fmla="*/ 346111 h 444284"/>
                  <a:gd name="connsiteX4" fmla="*/ 113606 w 323148"/>
                  <a:gd name="connsiteY4" fmla="*/ 362589 h 444284"/>
                  <a:gd name="connsiteX5" fmla="*/ 287342 w 323148"/>
                  <a:gd name="connsiteY5" fmla="*/ 362589 h 444284"/>
                  <a:gd name="connsiteX6" fmla="*/ 320775 w 323148"/>
                  <a:gd name="connsiteY6" fmla="*/ 405071 h 444284"/>
                  <a:gd name="connsiteX7" fmla="*/ 287437 w 323148"/>
                  <a:gd name="connsiteY7" fmla="*/ 443837 h 444284"/>
                  <a:gd name="connsiteX8" fmla="*/ 1687 w 323148"/>
                  <a:gd name="connsiteY8" fmla="*/ 443075 h 444284"/>
                  <a:gd name="connsiteX9" fmla="*/ -1552 w 323148"/>
                  <a:gd name="connsiteY9" fmla="*/ 413262 h 444284"/>
                  <a:gd name="connsiteX10" fmla="*/ -2313 w 323148"/>
                  <a:gd name="connsiteY10" fmla="*/ 34072 h 444284"/>
                  <a:gd name="connsiteX11" fmla="*/ 31785 w 323148"/>
                  <a:gd name="connsiteY11" fmla="*/ -409 h 444284"/>
                  <a:gd name="connsiteX12" fmla="*/ 269910 w 323148"/>
                  <a:gd name="connsiteY12" fmla="*/ 163 h 444284"/>
                  <a:gd name="connsiteX13" fmla="*/ 315061 w 323148"/>
                  <a:gd name="connsiteY13" fmla="*/ 47788 h 444284"/>
                  <a:gd name="connsiteX14" fmla="*/ 312298 w 323148"/>
                  <a:gd name="connsiteY14" fmla="*/ 79696 h 444284"/>
                  <a:gd name="connsiteX15" fmla="*/ 87698 w 323148"/>
                  <a:gd name="connsiteY15" fmla="*/ 79696 h 444284"/>
                  <a:gd name="connsiteX16" fmla="*/ 87698 w 323148"/>
                  <a:gd name="connsiteY16" fmla="*/ 171708 h 444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148" h="444284">
                    <a:moveTo>
                      <a:pt x="261720" y="171898"/>
                    </a:moveTo>
                    <a:lnTo>
                      <a:pt x="261720" y="251908"/>
                    </a:lnTo>
                    <a:lnTo>
                      <a:pt x="85126" y="251908"/>
                    </a:lnTo>
                    <a:cubicBezTo>
                      <a:pt x="85126" y="285722"/>
                      <a:pt x="83412" y="316107"/>
                      <a:pt x="86366" y="346111"/>
                    </a:cubicBezTo>
                    <a:cubicBezTo>
                      <a:pt x="87031" y="352683"/>
                      <a:pt x="103890" y="362398"/>
                      <a:pt x="113606" y="362589"/>
                    </a:cubicBezTo>
                    <a:cubicBezTo>
                      <a:pt x="171423" y="364208"/>
                      <a:pt x="229524" y="365351"/>
                      <a:pt x="287342" y="362589"/>
                    </a:cubicBezTo>
                    <a:cubicBezTo>
                      <a:pt x="323061" y="360970"/>
                      <a:pt x="320298" y="381639"/>
                      <a:pt x="320775" y="405071"/>
                    </a:cubicBezTo>
                    <a:cubicBezTo>
                      <a:pt x="321251" y="428502"/>
                      <a:pt x="319728" y="444599"/>
                      <a:pt x="287437" y="443837"/>
                    </a:cubicBezTo>
                    <a:cubicBezTo>
                      <a:pt x="193141" y="441646"/>
                      <a:pt x="98651" y="443075"/>
                      <a:pt x="1687" y="443075"/>
                    </a:cubicBezTo>
                    <a:cubicBezTo>
                      <a:pt x="69" y="433198"/>
                      <a:pt x="-980" y="423254"/>
                      <a:pt x="-1552" y="413262"/>
                    </a:cubicBezTo>
                    <a:cubicBezTo>
                      <a:pt x="-1552" y="286865"/>
                      <a:pt x="-980" y="160469"/>
                      <a:pt x="-2313" y="34072"/>
                    </a:cubicBezTo>
                    <a:cubicBezTo>
                      <a:pt x="-2313" y="7592"/>
                      <a:pt x="5308" y="-790"/>
                      <a:pt x="31785" y="-409"/>
                    </a:cubicBezTo>
                    <a:cubicBezTo>
                      <a:pt x="110939" y="1020"/>
                      <a:pt x="190187" y="67"/>
                      <a:pt x="269910" y="163"/>
                    </a:cubicBezTo>
                    <a:cubicBezTo>
                      <a:pt x="316012" y="163"/>
                      <a:pt x="316108" y="163"/>
                      <a:pt x="315061" y="47788"/>
                    </a:cubicBezTo>
                    <a:cubicBezTo>
                      <a:pt x="315061" y="57313"/>
                      <a:pt x="313536" y="66266"/>
                      <a:pt x="312298" y="79696"/>
                    </a:cubicBezTo>
                    <a:lnTo>
                      <a:pt x="87698" y="79696"/>
                    </a:lnTo>
                    <a:lnTo>
                      <a:pt x="87698" y="171708"/>
                    </a:lnTo>
                    <a:close/>
                  </a:path>
                </a:pathLst>
              </a:custGeom>
              <a:grpFill/>
              <a:ln w="9525" cap="flat">
                <a:noFill/>
                <a:prstDash val="solid"/>
                <a:miter/>
              </a:ln>
            </p:spPr>
            <p:txBody>
              <a:bodyPr rtlCol="0" anchor="ctr"/>
              <a:lstStyle/>
              <a:p>
                <a:endParaRPr lang="fr-FR"/>
              </a:p>
            </p:txBody>
          </p:sp>
          <p:sp>
            <p:nvSpPr>
              <p:cNvPr id="85" name="Forme libre : forme 84">
                <a:extLst>
                  <a:ext uri="{FF2B5EF4-FFF2-40B4-BE49-F238E27FC236}">
                    <a16:creationId xmlns:a16="http://schemas.microsoft.com/office/drawing/2014/main" id="{C9384162-DBA3-4019-B7C3-80400D7258B9}"/>
                  </a:ext>
                </a:extLst>
              </p:cNvPr>
              <p:cNvSpPr/>
              <p:nvPr/>
            </p:nvSpPr>
            <p:spPr>
              <a:xfrm>
                <a:off x="6067816" y="5161101"/>
                <a:ext cx="367950" cy="451040"/>
              </a:xfrm>
              <a:custGeom>
                <a:avLst/>
                <a:gdLst>
                  <a:gd name="connsiteX0" fmla="*/ 276379 w 367950"/>
                  <a:gd name="connsiteY0" fmla="*/ 152475 h 451040"/>
                  <a:gd name="connsiteX1" fmla="*/ 276379 w 367950"/>
                  <a:gd name="connsiteY1" fmla="*/ 28650 h 451040"/>
                  <a:gd name="connsiteX2" fmla="*/ 303715 w 367950"/>
                  <a:gd name="connsiteY2" fmla="*/ 838 h 451040"/>
                  <a:gd name="connsiteX3" fmla="*/ 365341 w 367950"/>
                  <a:gd name="connsiteY3" fmla="*/ 57988 h 451040"/>
                  <a:gd name="connsiteX4" fmla="*/ 365341 w 367950"/>
                  <a:gd name="connsiteY4" fmla="*/ 260108 h 451040"/>
                  <a:gd name="connsiteX5" fmla="*/ 179699 w 367950"/>
                  <a:gd name="connsiteY5" fmla="*/ 450608 h 451040"/>
                  <a:gd name="connsiteX6" fmla="*/ -1276 w 367950"/>
                  <a:gd name="connsiteY6" fmla="*/ 258774 h 451040"/>
                  <a:gd name="connsiteX7" fmla="*/ -2227 w 367950"/>
                  <a:gd name="connsiteY7" fmla="*/ 38842 h 451040"/>
                  <a:gd name="connsiteX8" fmla="*/ 43110 w 367950"/>
                  <a:gd name="connsiteY8" fmla="*/ -20 h 451040"/>
                  <a:gd name="connsiteX9" fmla="*/ 87307 w 367950"/>
                  <a:gd name="connsiteY9" fmla="*/ 40271 h 451040"/>
                  <a:gd name="connsiteX10" fmla="*/ 86735 w 367950"/>
                  <a:gd name="connsiteY10" fmla="*/ 263727 h 451040"/>
                  <a:gd name="connsiteX11" fmla="*/ 143029 w 367950"/>
                  <a:gd name="connsiteY11" fmla="*/ 362311 h 451040"/>
                  <a:gd name="connsiteX12" fmla="*/ 275426 w 367950"/>
                  <a:gd name="connsiteY12" fmla="*/ 280015 h 451040"/>
                  <a:gd name="connsiteX13" fmla="*/ 275902 w 367950"/>
                  <a:gd name="connsiteY13" fmla="*/ 152380 h 45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7950" h="451040">
                    <a:moveTo>
                      <a:pt x="276379" y="152475"/>
                    </a:moveTo>
                    <a:cubicBezTo>
                      <a:pt x="276379" y="111042"/>
                      <a:pt x="276854" y="69703"/>
                      <a:pt x="276379" y="28650"/>
                    </a:cubicBezTo>
                    <a:cubicBezTo>
                      <a:pt x="276379" y="9029"/>
                      <a:pt x="284379" y="2076"/>
                      <a:pt x="303715" y="838"/>
                    </a:cubicBezTo>
                    <a:cubicBezTo>
                      <a:pt x="363341" y="-2973"/>
                      <a:pt x="365341" y="-1734"/>
                      <a:pt x="365341" y="57988"/>
                    </a:cubicBezTo>
                    <a:cubicBezTo>
                      <a:pt x="365341" y="125329"/>
                      <a:pt x="366009" y="192766"/>
                      <a:pt x="365341" y="260108"/>
                    </a:cubicBezTo>
                    <a:cubicBezTo>
                      <a:pt x="363913" y="371836"/>
                      <a:pt x="285618" y="451751"/>
                      <a:pt x="179699" y="450608"/>
                    </a:cubicBezTo>
                    <a:cubicBezTo>
                      <a:pt x="76259" y="449751"/>
                      <a:pt x="-513" y="368502"/>
                      <a:pt x="-1276" y="258774"/>
                    </a:cubicBezTo>
                    <a:cubicBezTo>
                      <a:pt x="-1276" y="185432"/>
                      <a:pt x="819" y="112089"/>
                      <a:pt x="-2227" y="38842"/>
                    </a:cubicBezTo>
                    <a:cubicBezTo>
                      <a:pt x="-3753" y="742"/>
                      <a:pt x="15297" y="742"/>
                      <a:pt x="43110" y="-20"/>
                    </a:cubicBezTo>
                    <a:cubicBezTo>
                      <a:pt x="73210" y="-877"/>
                      <a:pt x="88449" y="4933"/>
                      <a:pt x="87307" y="40271"/>
                    </a:cubicBezTo>
                    <a:cubicBezTo>
                      <a:pt x="84830" y="114661"/>
                      <a:pt x="86449" y="189242"/>
                      <a:pt x="86735" y="263727"/>
                    </a:cubicBezTo>
                    <a:cubicBezTo>
                      <a:pt x="86735" y="307066"/>
                      <a:pt x="101785" y="342880"/>
                      <a:pt x="143029" y="362311"/>
                    </a:cubicBezTo>
                    <a:cubicBezTo>
                      <a:pt x="203511" y="390886"/>
                      <a:pt x="271331" y="349262"/>
                      <a:pt x="275426" y="280015"/>
                    </a:cubicBezTo>
                    <a:cubicBezTo>
                      <a:pt x="277998" y="237629"/>
                      <a:pt x="275902" y="194957"/>
                      <a:pt x="275902" y="152380"/>
                    </a:cubicBezTo>
                    <a:close/>
                  </a:path>
                </a:pathLst>
              </a:custGeom>
              <a:grpFill/>
              <a:ln w="9525" cap="flat">
                <a:noFill/>
                <a:prstDash val="solid"/>
                <a:miter/>
              </a:ln>
            </p:spPr>
            <p:txBody>
              <a:bodyPr rtlCol="0" anchor="ctr"/>
              <a:lstStyle/>
              <a:p>
                <a:endParaRPr lang="fr-FR"/>
              </a:p>
            </p:txBody>
          </p:sp>
          <p:sp>
            <p:nvSpPr>
              <p:cNvPr id="86" name="Forme libre : forme 85">
                <a:extLst>
                  <a:ext uri="{FF2B5EF4-FFF2-40B4-BE49-F238E27FC236}">
                    <a16:creationId xmlns:a16="http://schemas.microsoft.com/office/drawing/2014/main" id="{B43FB292-7A1D-4165-8498-0A38A1AE0879}"/>
                  </a:ext>
                </a:extLst>
              </p:cNvPr>
              <p:cNvSpPr/>
              <p:nvPr/>
            </p:nvSpPr>
            <p:spPr>
              <a:xfrm>
                <a:off x="6934390" y="5162351"/>
                <a:ext cx="419572" cy="444015"/>
              </a:xfrm>
              <a:custGeom>
                <a:avLst/>
                <a:gdLst>
                  <a:gd name="connsiteX0" fmla="*/ -2313 w 419572"/>
                  <a:gd name="connsiteY0" fmla="*/ 439166 h 444015"/>
                  <a:gd name="connsiteX1" fmla="*/ 89698 w 419572"/>
                  <a:gd name="connsiteY1" fmla="*/ 210566 h 444015"/>
                  <a:gd name="connsiteX2" fmla="*/ 164280 w 419572"/>
                  <a:gd name="connsiteY2" fmla="*/ 23400 h 444015"/>
                  <a:gd name="connsiteX3" fmla="*/ 205807 w 419572"/>
                  <a:gd name="connsiteY3" fmla="*/ -127 h 444015"/>
                  <a:gd name="connsiteX4" fmla="*/ 253432 w 419572"/>
                  <a:gd name="connsiteY4" fmla="*/ 18923 h 444015"/>
                  <a:gd name="connsiteX5" fmla="*/ 416120 w 419572"/>
                  <a:gd name="connsiteY5" fmla="*/ 426021 h 444015"/>
                  <a:gd name="connsiteX6" fmla="*/ 417166 w 419572"/>
                  <a:gd name="connsiteY6" fmla="*/ 442309 h 444015"/>
                  <a:gd name="connsiteX7" fmla="*/ 348587 w 419572"/>
                  <a:gd name="connsiteY7" fmla="*/ 440880 h 444015"/>
                  <a:gd name="connsiteX8" fmla="*/ 322298 w 419572"/>
                  <a:gd name="connsiteY8" fmla="*/ 409352 h 444015"/>
                  <a:gd name="connsiteX9" fmla="*/ 248384 w 419572"/>
                  <a:gd name="connsiteY9" fmla="*/ 360013 h 444015"/>
                  <a:gd name="connsiteX10" fmla="*/ 142276 w 419572"/>
                  <a:gd name="connsiteY10" fmla="*/ 361823 h 444015"/>
                  <a:gd name="connsiteX11" fmla="*/ 109320 w 419572"/>
                  <a:gd name="connsiteY11" fmla="*/ 383921 h 444015"/>
                  <a:gd name="connsiteX12" fmla="*/ -2313 w 419572"/>
                  <a:gd name="connsiteY12" fmla="*/ 439166 h 444015"/>
                  <a:gd name="connsiteX13" fmla="*/ 146562 w 419572"/>
                  <a:gd name="connsiteY13" fmla="*/ 280956 h 444015"/>
                  <a:gd name="connsiteX14" fmla="*/ 272006 w 419572"/>
                  <a:gd name="connsiteY14" fmla="*/ 280956 h 444015"/>
                  <a:gd name="connsiteX15" fmla="*/ 209809 w 419572"/>
                  <a:gd name="connsiteY15" fmla="*/ 113601 h 444015"/>
                  <a:gd name="connsiteX16" fmla="*/ 146562 w 419572"/>
                  <a:gd name="connsiteY16" fmla="*/ 280956 h 44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572" h="444015">
                    <a:moveTo>
                      <a:pt x="-2313" y="439166"/>
                    </a:moveTo>
                    <a:cubicBezTo>
                      <a:pt x="29213" y="360680"/>
                      <a:pt x="59409" y="285527"/>
                      <a:pt x="89698" y="210566"/>
                    </a:cubicBezTo>
                    <a:cubicBezTo>
                      <a:pt x="114655" y="148272"/>
                      <a:pt x="140467" y="86169"/>
                      <a:pt x="164280" y="23400"/>
                    </a:cubicBezTo>
                    <a:cubicBezTo>
                      <a:pt x="172374" y="2254"/>
                      <a:pt x="186662" y="-1651"/>
                      <a:pt x="205807" y="-127"/>
                    </a:cubicBezTo>
                    <a:cubicBezTo>
                      <a:pt x="224953" y="1397"/>
                      <a:pt x="243907" y="-5842"/>
                      <a:pt x="253432" y="18923"/>
                    </a:cubicBezTo>
                    <a:cubicBezTo>
                      <a:pt x="307155" y="154845"/>
                      <a:pt x="361923" y="290290"/>
                      <a:pt x="416120" y="426021"/>
                    </a:cubicBezTo>
                    <a:cubicBezTo>
                      <a:pt x="417073" y="431394"/>
                      <a:pt x="417453" y="436861"/>
                      <a:pt x="417166" y="442309"/>
                    </a:cubicBezTo>
                    <a:cubicBezTo>
                      <a:pt x="393831" y="442309"/>
                      <a:pt x="370209" y="445833"/>
                      <a:pt x="348587" y="440880"/>
                    </a:cubicBezTo>
                    <a:cubicBezTo>
                      <a:pt x="337634" y="438404"/>
                      <a:pt x="325156" y="421830"/>
                      <a:pt x="322298" y="409352"/>
                    </a:cubicBezTo>
                    <a:cubicBezTo>
                      <a:pt x="312773" y="368014"/>
                      <a:pt x="288865" y="355822"/>
                      <a:pt x="248384" y="360013"/>
                    </a:cubicBezTo>
                    <a:cubicBezTo>
                      <a:pt x="213332" y="363633"/>
                      <a:pt x="177423" y="358965"/>
                      <a:pt x="142276" y="361823"/>
                    </a:cubicBezTo>
                    <a:cubicBezTo>
                      <a:pt x="128561" y="363919"/>
                      <a:pt x="116464" y="372015"/>
                      <a:pt x="109320" y="383921"/>
                    </a:cubicBezTo>
                    <a:cubicBezTo>
                      <a:pt x="78841" y="448215"/>
                      <a:pt x="79696" y="448595"/>
                      <a:pt x="-2313" y="439166"/>
                    </a:cubicBezTo>
                    <a:close/>
                    <a:moveTo>
                      <a:pt x="146562" y="280956"/>
                    </a:moveTo>
                    <a:lnTo>
                      <a:pt x="272006" y="280956"/>
                    </a:lnTo>
                    <a:cubicBezTo>
                      <a:pt x="251337" y="225425"/>
                      <a:pt x="232382" y="174466"/>
                      <a:pt x="209809" y="113601"/>
                    </a:cubicBezTo>
                    <a:cubicBezTo>
                      <a:pt x="186376" y="175514"/>
                      <a:pt x="167042" y="226663"/>
                      <a:pt x="146562" y="280956"/>
                    </a:cubicBezTo>
                    <a:close/>
                  </a:path>
                </a:pathLst>
              </a:custGeom>
              <a:grpFill/>
              <a:ln w="9525" cap="flat">
                <a:noFill/>
                <a:prstDash val="solid"/>
                <a:miter/>
              </a:ln>
            </p:spPr>
            <p:txBody>
              <a:bodyPr rtlCol="0" anchor="ctr"/>
              <a:lstStyle/>
              <a:p>
                <a:endParaRPr lang="fr-FR"/>
              </a:p>
            </p:txBody>
          </p:sp>
          <p:sp>
            <p:nvSpPr>
              <p:cNvPr id="87" name="Forme libre : forme 86">
                <a:extLst>
                  <a:ext uri="{FF2B5EF4-FFF2-40B4-BE49-F238E27FC236}">
                    <a16:creationId xmlns:a16="http://schemas.microsoft.com/office/drawing/2014/main" id="{5F5635A7-3AB2-4BF7-97F1-01CC658B33D8}"/>
                  </a:ext>
                </a:extLst>
              </p:cNvPr>
              <p:cNvSpPr/>
              <p:nvPr/>
            </p:nvSpPr>
            <p:spPr>
              <a:xfrm>
                <a:off x="5870518" y="4555331"/>
                <a:ext cx="374488" cy="456359"/>
              </a:xfrm>
              <a:custGeom>
                <a:avLst/>
                <a:gdLst>
                  <a:gd name="connsiteX0" fmla="*/ 366900 w 374488"/>
                  <a:gd name="connsiteY0" fmla="*/ 51872 h 456359"/>
                  <a:gd name="connsiteX1" fmla="*/ 354994 w 374488"/>
                  <a:gd name="connsiteY1" fmla="*/ 72255 h 456359"/>
                  <a:gd name="connsiteX2" fmla="*/ 280319 w 374488"/>
                  <a:gd name="connsiteY2" fmla="*/ 94829 h 456359"/>
                  <a:gd name="connsiteX3" fmla="*/ 115631 w 374488"/>
                  <a:gd name="connsiteY3" fmla="*/ 132929 h 456359"/>
                  <a:gd name="connsiteX4" fmla="*/ 102962 w 374488"/>
                  <a:gd name="connsiteY4" fmla="*/ 305141 h 456359"/>
                  <a:gd name="connsiteX5" fmla="*/ 258220 w 374488"/>
                  <a:gd name="connsiteY5" fmla="*/ 372673 h 456359"/>
                  <a:gd name="connsiteX6" fmla="*/ 295748 w 374488"/>
                  <a:gd name="connsiteY6" fmla="*/ 324096 h 456359"/>
                  <a:gd name="connsiteX7" fmla="*/ 295748 w 374488"/>
                  <a:gd name="connsiteY7" fmla="*/ 309903 h 456359"/>
                  <a:gd name="connsiteX8" fmla="*/ 371948 w 374488"/>
                  <a:gd name="connsiteY8" fmla="*/ 258564 h 456359"/>
                  <a:gd name="connsiteX9" fmla="*/ 371188 w 374488"/>
                  <a:gd name="connsiteY9" fmla="*/ 394866 h 456359"/>
                  <a:gd name="connsiteX10" fmla="*/ 354898 w 374488"/>
                  <a:gd name="connsiteY10" fmla="*/ 419156 h 456359"/>
                  <a:gd name="connsiteX11" fmla="*/ 54482 w 374488"/>
                  <a:gd name="connsiteY11" fmla="*/ 378388 h 456359"/>
                  <a:gd name="connsiteX12" fmla="*/ 54482 w 374488"/>
                  <a:gd name="connsiteY12" fmla="*/ 76732 h 456359"/>
                  <a:gd name="connsiteX13" fmla="*/ 350708 w 374488"/>
                  <a:gd name="connsiteY13" fmla="*/ 37584 h 456359"/>
                  <a:gd name="connsiteX14" fmla="*/ 366900 w 374488"/>
                  <a:gd name="connsiteY14" fmla="*/ 51872 h 456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88" h="456359">
                    <a:moveTo>
                      <a:pt x="366900" y="51872"/>
                    </a:moveTo>
                    <a:cubicBezTo>
                      <a:pt x="361947" y="60253"/>
                      <a:pt x="358805" y="66444"/>
                      <a:pt x="354994" y="72255"/>
                    </a:cubicBezTo>
                    <a:cubicBezTo>
                      <a:pt x="326419" y="115022"/>
                      <a:pt x="326419" y="115022"/>
                      <a:pt x="280319" y="94829"/>
                    </a:cubicBezTo>
                    <a:cubicBezTo>
                      <a:pt x="222978" y="70835"/>
                      <a:pt x="156685" y="86171"/>
                      <a:pt x="115631" y="132929"/>
                    </a:cubicBezTo>
                    <a:cubicBezTo>
                      <a:pt x="74864" y="181668"/>
                      <a:pt x="69816" y="250963"/>
                      <a:pt x="102962" y="305141"/>
                    </a:cubicBezTo>
                    <a:cubicBezTo>
                      <a:pt x="134777" y="358700"/>
                      <a:pt x="197357" y="385894"/>
                      <a:pt x="258220" y="372673"/>
                    </a:cubicBezTo>
                    <a:cubicBezTo>
                      <a:pt x="284414" y="366387"/>
                      <a:pt x="301369" y="354480"/>
                      <a:pt x="295748" y="324096"/>
                    </a:cubicBezTo>
                    <a:cubicBezTo>
                      <a:pt x="295272" y="319371"/>
                      <a:pt x="295272" y="314628"/>
                      <a:pt x="295748" y="309903"/>
                    </a:cubicBezTo>
                    <a:cubicBezTo>
                      <a:pt x="295748" y="245610"/>
                      <a:pt x="301274" y="241705"/>
                      <a:pt x="371948" y="258564"/>
                    </a:cubicBezTo>
                    <a:cubicBezTo>
                      <a:pt x="371948" y="303331"/>
                      <a:pt x="372806" y="349146"/>
                      <a:pt x="371188" y="394866"/>
                    </a:cubicBezTo>
                    <a:cubicBezTo>
                      <a:pt x="369186" y="404810"/>
                      <a:pt x="363377" y="413545"/>
                      <a:pt x="354898" y="419156"/>
                    </a:cubicBezTo>
                    <a:cubicBezTo>
                      <a:pt x="264792" y="481449"/>
                      <a:pt x="127824" y="462494"/>
                      <a:pt x="54482" y="378388"/>
                    </a:cubicBezTo>
                    <a:cubicBezTo>
                      <a:pt x="-21244" y="292101"/>
                      <a:pt x="-21244" y="163018"/>
                      <a:pt x="54482" y="76732"/>
                    </a:cubicBezTo>
                    <a:cubicBezTo>
                      <a:pt x="129538" y="-8327"/>
                      <a:pt x="259269" y="-25567"/>
                      <a:pt x="350708" y="37584"/>
                    </a:cubicBezTo>
                    <a:cubicBezTo>
                      <a:pt x="355280" y="41394"/>
                      <a:pt x="359470" y="45489"/>
                      <a:pt x="366900" y="51872"/>
                    </a:cubicBezTo>
                    <a:close/>
                  </a:path>
                </a:pathLst>
              </a:custGeom>
              <a:grpFill/>
              <a:ln w="9525" cap="flat">
                <a:noFill/>
                <a:prstDash val="solid"/>
                <a:miter/>
              </a:ln>
            </p:spPr>
            <p:txBody>
              <a:bodyPr rtlCol="0" anchor="ctr"/>
              <a:lstStyle/>
              <a:p>
                <a:endParaRPr lang="fr-FR"/>
              </a:p>
            </p:txBody>
          </p:sp>
          <p:sp>
            <p:nvSpPr>
              <p:cNvPr id="88" name="Forme libre : forme 87">
                <a:extLst>
                  <a:ext uri="{FF2B5EF4-FFF2-40B4-BE49-F238E27FC236}">
                    <a16:creationId xmlns:a16="http://schemas.microsoft.com/office/drawing/2014/main" id="{341B6F19-185B-427C-A672-149E7DAD910D}"/>
                  </a:ext>
                </a:extLst>
              </p:cNvPr>
              <p:cNvSpPr/>
              <p:nvPr/>
            </p:nvSpPr>
            <p:spPr>
              <a:xfrm>
                <a:off x="6518003" y="5155992"/>
                <a:ext cx="366571" cy="456080"/>
              </a:xfrm>
              <a:custGeom>
                <a:avLst/>
                <a:gdLst>
                  <a:gd name="connsiteX0" fmla="*/ 363782 w 366571"/>
                  <a:gd name="connsiteY0" fmla="*/ 50618 h 456080"/>
                  <a:gd name="connsiteX1" fmla="*/ 327301 w 366571"/>
                  <a:gd name="connsiteY1" fmla="*/ 113483 h 456080"/>
                  <a:gd name="connsiteX2" fmla="*/ 104986 w 366571"/>
                  <a:gd name="connsiteY2" fmla="*/ 154441 h 456080"/>
                  <a:gd name="connsiteX3" fmla="*/ 127466 w 366571"/>
                  <a:gd name="connsiteY3" fmla="*/ 331511 h 456080"/>
                  <a:gd name="connsiteX4" fmla="*/ 326159 w 366571"/>
                  <a:gd name="connsiteY4" fmla="*/ 341036 h 456080"/>
                  <a:gd name="connsiteX5" fmla="*/ 364259 w 366571"/>
                  <a:gd name="connsiteY5" fmla="*/ 403900 h 456080"/>
                  <a:gd name="connsiteX6" fmla="*/ 61840 w 366571"/>
                  <a:gd name="connsiteY6" fmla="*/ 385803 h 456080"/>
                  <a:gd name="connsiteX7" fmla="*/ 67554 w 366571"/>
                  <a:gd name="connsiteY7" fmla="*/ 62562 h 456080"/>
                  <a:gd name="connsiteX8" fmla="*/ 68984 w 366571"/>
                  <a:gd name="connsiteY8" fmla="*/ 61191 h 456080"/>
                  <a:gd name="connsiteX9" fmla="*/ 363782 w 366571"/>
                  <a:gd name="connsiteY9" fmla="*/ 50618 h 4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6571" h="456080">
                    <a:moveTo>
                      <a:pt x="363782" y="50618"/>
                    </a:moveTo>
                    <a:cubicBezTo>
                      <a:pt x="352448" y="69668"/>
                      <a:pt x="340826" y="90242"/>
                      <a:pt x="327301" y="113483"/>
                    </a:cubicBezTo>
                    <a:cubicBezTo>
                      <a:pt x="241004" y="66906"/>
                      <a:pt x="161853" y="63096"/>
                      <a:pt x="104986" y="154441"/>
                    </a:cubicBezTo>
                    <a:cubicBezTo>
                      <a:pt x="70698" y="209495"/>
                      <a:pt x="82699" y="284838"/>
                      <a:pt x="127466" y="331511"/>
                    </a:cubicBezTo>
                    <a:cubicBezTo>
                      <a:pt x="176424" y="382564"/>
                      <a:pt x="235767" y="386184"/>
                      <a:pt x="326159" y="341036"/>
                    </a:cubicBezTo>
                    <a:cubicBezTo>
                      <a:pt x="339016" y="361895"/>
                      <a:pt x="352067" y="383136"/>
                      <a:pt x="364259" y="403900"/>
                    </a:cubicBezTo>
                    <a:cubicBezTo>
                      <a:pt x="286915" y="480100"/>
                      <a:pt x="144135" y="470575"/>
                      <a:pt x="61840" y="385803"/>
                    </a:cubicBezTo>
                    <a:cubicBezTo>
                      <a:pt x="-25887" y="294963"/>
                      <a:pt x="-23315" y="150249"/>
                      <a:pt x="67554" y="62562"/>
                    </a:cubicBezTo>
                    <a:cubicBezTo>
                      <a:pt x="68031" y="62105"/>
                      <a:pt x="68507" y="61648"/>
                      <a:pt x="68984" y="61191"/>
                    </a:cubicBezTo>
                    <a:cubicBezTo>
                      <a:pt x="152423" y="-15867"/>
                      <a:pt x="296917" y="-22057"/>
                      <a:pt x="363782" y="50618"/>
                    </a:cubicBezTo>
                    <a:close/>
                  </a:path>
                </a:pathLst>
              </a:custGeom>
              <a:grpFill/>
              <a:ln w="9525" cap="flat">
                <a:noFill/>
                <a:prstDash val="solid"/>
                <a:miter/>
              </a:ln>
            </p:spPr>
            <p:txBody>
              <a:bodyPr rtlCol="0" anchor="ctr"/>
              <a:lstStyle/>
              <a:p>
                <a:endParaRPr lang="fr-FR"/>
              </a:p>
            </p:txBody>
          </p:sp>
          <p:sp>
            <p:nvSpPr>
              <p:cNvPr id="89" name="Forme libre : forme 88">
                <a:extLst>
                  <a:ext uri="{FF2B5EF4-FFF2-40B4-BE49-F238E27FC236}">
                    <a16:creationId xmlns:a16="http://schemas.microsoft.com/office/drawing/2014/main" id="{9BEE5021-661B-4EF5-A40F-E0BE4F862F3D}"/>
                  </a:ext>
                </a:extLst>
              </p:cNvPr>
              <p:cNvSpPr/>
              <p:nvPr/>
            </p:nvSpPr>
            <p:spPr>
              <a:xfrm>
                <a:off x="7361703" y="5161785"/>
                <a:ext cx="339856" cy="442152"/>
              </a:xfrm>
              <a:custGeom>
                <a:avLst/>
                <a:gdLst>
                  <a:gd name="connsiteX0" fmla="*/ 209787 w 339856"/>
                  <a:gd name="connsiteY0" fmla="*/ 441732 h 442152"/>
                  <a:gd name="connsiteX1" fmla="*/ 124062 w 339856"/>
                  <a:gd name="connsiteY1" fmla="*/ 441732 h 442152"/>
                  <a:gd name="connsiteX2" fmla="*/ 124062 w 339856"/>
                  <a:gd name="connsiteY2" fmla="*/ 79782 h 442152"/>
                  <a:gd name="connsiteX3" fmla="*/ 24812 w 339856"/>
                  <a:gd name="connsiteY3" fmla="*/ 79782 h 442152"/>
                  <a:gd name="connsiteX4" fmla="*/ -1667 w 339856"/>
                  <a:gd name="connsiteY4" fmla="*/ 41682 h 442152"/>
                  <a:gd name="connsiteX5" fmla="*/ 24050 w 339856"/>
                  <a:gd name="connsiteY5" fmla="*/ -418 h 442152"/>
                  <a:gd name="connsiteX6" fmla="*/ 311609 w 339856"/>
                  <a:gd name="connsiteY6" fmla="*/ -418 h 442152"/>
                  <a:gd name="connsiteX7" fmla="*/ 336375 w 339856"/>
                  <a:gd name="connsiteY7" fmla="*/ 45873 h 442152"/>
                  <a:gd name="connsiteX8" fmla="*/ 309418 w 339856"/>
                  <a:gd name="connsiteY8" fmla="*/ 79591 h 442152"/>
                  <a:gd name="connsiteX9" fmla="*/ 209596 w 339856"/>
                  <a:gd name="connsiteY9" fmla="*/ 79591 h 442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9856" h="442152">
                    <a:moveTo>
                      <a:pt x="209787" y="441732"/>
                    </a:moveTo>
                    <a:lnTo>
                      <a:pt x="124062" y="441732"/>
                    </a:lnTo>
                    <a:lnTo>
                      <a:pt x="124062" y="79782"/>
                    </a:lnTo>
                    <a:cubicBezTo>
                      <a:pt x="87771" y="79782"/>
                      <a:pt x="56245" y="78734"/>
                      <a:pt x="24812" y="79782"/>
                    </a:cubicBezTo>
                    <a:cubicBezTo>
                      <a:pt x="-6621" y="80829"/>
                      <a:pt x="-2526" y="60732"/>
                      <a:pt x="-1667" y="41682"/>
                    </a:cubicBezTo>
                    <a:cubicBezTo>
                      <a:pt x="-809" y="22632"/>
                      <a:pt x="-10239" y="-705"/>
                      <a:pt x="24050" y="-418"/>
                    </a:cubicBezTo>
                    <a:cubicBezTo>
                      <a:pt x="119872" y="343"/>
                      <a:pt x="215789" y="-418"/>
                      <a:pt x="311609" y="-418"/>
                    </a:cubicBezTo>
                    <a:cubicBezTo>
                      <a:pt x="349709" y="-418"/>
                      <a:pt x="333803" y="28157"/>
                      <a:pt x="336375" y="45873"/>
                    </a:cubicBezTo>
                    <a:cubicBezTo>
                      <a:pt x="338947" y="63589"/>
                      <a:pt x="336375" y="80829"/>
                      <a:pt x="309418" y="79591"/>
                    </a:cubicBezTo>
                    <a:cubicBezTo>
                      <a:pt x="277702" y="78067"/>
                      <a:pt x="245792" y="79591"/>
                      <a:pt x="209596" y="79591"/>
                    </a:cubicBezTo>
                    <a:close/>
                  </a:path>
                </a:pathLst>
              </a:custGeom>
              <a:grpFill/>
              <a:ln w="9525" cap="flat">
                <a:noFill/>
                <a:prstDash val="solid"/>
                <a:miter/>
              </a:ln>
            </p:spPr>
            <p:txBody>
              <a:bodyPr rtlCol="0" anchor="ctr"/>
              <a:lstStyle/>
              <a:p>
                <a:endParaRPr lang="fr-FR"/>
              </a:p>
            </p:txBody>
          </p:sp>
          <p:sp>
            <p:nvSpPr>
              <p:cNvPr id="90" name="Forme libre : forme 89">
                <a:extLst>
                  <a:ext uri="{FF2B5EF4-FFF2-40B4-BE49-F238E27FC236}">
                    <a16:creationId xmlns:a16="http://schemas.microsoft.com/office/drawing/2014/main" id="{F1D33BAF-BCFD-4F68-A079-C28F31445309}"/>
                  </a:ext>
                </a:extLst>
              </p:cNvPr>
              <p:cNvSpPr/>
              <p:nvPr/>
            </p:nvSpPr>
            <p:spPr>
              <a:xfrm>
                <a:off x="5691722" y="4560811"/>
                <a:ext cx="90106" cy="446797"/>
              </a:xfrm>
              <a:custGeom>
                <a:avLst/>
                <a:gdLst>
                  <a:gd name="connsiteX0" fmla="*/ 86973 w 90106"/>
                  <a:gd name="connsiteY0" fmla="*/ 227652 h 446797"/>
                  <a:gd name="connsiteX1" fmla="*/ 86973 w 90106"/>
                  <a:gd name="connsiteY1" fmla="*/ 415485 h 446797"/>
                  <a:gd name="connsiteX2" fmla="*/ 55826 w 90106"/>
                  <a:gd name="connsiteY2" fmla="*/ 446251 h 446797"/>
                  <a:gd name="connsiteX3" fmla="*/ -1324 w 90106"/>
                  <a:gd name="connsiteY3" fmla="*/ 389101 h 446797"/>
                  <a:gd name="connsiteX4" fmla="*/ -2277 w 90106"/>
                  <a:gd name="connsiteY4" fmla="*/ 45153 h 446797"/>
                  <a:gd name="connsiteX5" fmla="*/ 43634 w 90106"/>
                  <a:gd name="connsiteY5" fmla="*/ -377 h 446797"/>
                  <a:gd name="connsiteX6" fmla="*/ 87640 w 90106"/>
                  <a:gd name="connsiteY6" fmla="*/ 47248 h 446797"/>
                  <a:gd name="connsiteX7" fmla="*/ 86973 w 90106"/>
                  <a:gd name="connsiteY7" fmla="*/ 227652 h 44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06" h="446797">
                    <a:moveTo>
                      <a:pt x="86973" y="227652"/>
                    </a:moveTo>
                    <a:cubicBezTo>
                      <a:pt x="86973" y="290231"/>
                      <a:pt x="86306" y="352906"/>
                      <a:pt x="86973" y="415485"/>
                    </a:cubicBezTo>
                    <a:cubicBezTo>
                      <a:pt x="86973" y="438726"/>
                      <a:pt x="78685" y="446060"/>
                      <a:pt x="55826" y="446251"/>
                    </a:cubicBezTo>
                    <a:cubicBezTo>
                      <a:pt x="-1324" y="446822"/>
                      <a:pt x="-1324" y="447870"/>
                      <a:pt x="-1324" y="389101"/>
                    </a:cubicBezTo>
                    <a:cubicBezTo>
                      <a:pt x="-1324" y="274801"/>
                      <a:pt x="199" y="159738"/>
                      <a:pt x="-2277" y="45153"/>
                    </a:cubicBezTo>
                    <a:cubicBezTo>
                      <a:pt x="-3038" y="8291"/>
                      <a:pt x="8392" y="481"/>
                      <a:pt x="43634" y="-377"/>
                    </a:cubicBezTo>
                    <a:cubicBezTo>
                      <a:pt x="82211" y="-1329"/>
                      <a:pt x="88973" y="13054"/>
                      <a:pt x="87640" y="47248"/>
                    </a:cubicBezTo>
                    <a:cubicBezTo>
                      <a:pt x="85545" y="106970"/>
                      <a:pt x="86973" y="167358"/>
                      <a:pt x="86973" y="227652"/>
                    </a:cubicBezTo>
                    <a:close/>
                  </a:path>
                </a:pathLst>
              </a:custGeom>
              <a:grpFill/>
              <a:ln w="9525" cap="flat">
                <a:noFill/>
                <a:prstDash val="solid"/>
                <a:miter/>
              </a:ln>
            </p:spPr>
            <p:txBody>
              <a:bodyPr rtlCol="0" anchor="ctr"/>
              <a:lstStyle/>
              <a:p>
                <a:endParaRPr lang="fr-FR"/>
              </a:p>
            </p:txBody>
          </p:sp>
          <p:sp>
            <p:nvSpPr>
              <p:cNvPr id="91" name="Forme libre : forme 90">
                <a:extLst>
                  <a:ext uri="{FF2B5EF4-FFF2-40B4-BE49-F238E27FC236}">
                    <a16:creationId xmlns:a16="http://schemas.microsoft.com/office/drawing/2014/main" id="{35BFC043-3B28-454F-848C-2BDD90CB5F35}"/>
                  </a:ext>
                </a:extLst>
              </p:cNvPr>
              <p:cNvSpPr/>
              <p:nvPr/>
            </p:nvSpPr>
            <p:spPr>
              <a:xfrm>
                <a:off x="7778764" y="5161938"/>
                <a:ext cx="87948" cy="442190"/>
              </a:xfrm>
              <a:custGeom>
                <a:avLst/>
                <a:gdLst>
                  <a:gd name="connsiteX0" fmla="*/ 82475 w 87948"/>
                  <a:gd name="connsiteY0" fmla="*/ 441769 h 442190"/>
                  <a:gd name="connsiteX1" fmla="*/ 1229 w 87948"/>
                  <a:gd name="connsiteY1" fmla="*/ 441769 h 442190"/>
                  <a:gd name="connsiteX2" fmla="*/ -1343 w 87948"/>
                  <a:gd name="connsiteY2" fmla="*/ 410527 h 442190"/>
                  <a:gd name="connsiteX3" fmla="*/ -2296 w 87948"/>
                  <a:gd name="connsiteY3" fmla="*/ 34861 h 442190"/>
                  <a:gd name="connsiteX4" fmla="*/ 41711 w 87948"/>
                  <a:gd name="connsiteY4" fmla="*/ -382 h 442190"/>
                  <a:gd name="connsiteX5" fmla="*/ 85619 w 87948"/>
                  <a:gd name="connsiteY5" fmla="*/ 34861 h 442190"/>
                  <a:gd name="connsiteX6" fmla="*/ 84668 w 87948"/>
                  <a:gd name="connsiteY6" fmla="*/ 410527 h 442190"/>
                  <a:gd name="connsiteX7" fmla="*/ 82475 w 87948"/>
                  <a:gd name="connsiteY7" fmla="*/ 441769 h 44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48" h="442190">
                    <a:moveTo>
                      <a:pt x="82475" y="441769"/>
                    </a:moveTo>
                    <a:lnTo>
                      <a:pt x="1229" y="441769"/>
                    </a:lnTo>
                    <a:cubicBezTo>
                      <a:pt x="276" y="430720"/>
                      <a:pt x="-1343" y="420624"/>
                      <a:pt x="-1343" y="410527"/>
                    </a:cubicBezTo>
                    <a:cubicBezTo>
                      <a:pt x="-1343" y="285274"/>
                      <a:pt x="-10" y="160020"/>
                      <a:pt x="-2296" y="34861"/>
                    </a:cubicBezTo>
                    <a:cubicBezTo>
                      <a:pt x="-2964" y="-2477"/>
                      <a:pt x="16754" y="-286"/>
                      <a:pt x="41711" y="-382"/>
                    </a:cubicBezTo>
                    <a:cubicBezTo>
                      <a:pt x="66665" y="-476"/>
                      <a:pt x="86287" y="-2286"/>
                      <a:pt x="85619" y="34861"/>
                    </a:cubicBezTo>
                    <a:cubicBezTo>
                      <a:pt x="83334" y="160115"/>
                      <a:pt x="84857" y="285368"/>
                      <a:pt x="84668" y="410527"/>
                    </a:cubicBezTo>
                    <a:cubicBezTo>
                      <a:pt x="84668" y="419767"/>
                      <a:pt x="83429" y="429006"/>
                      <a:pt x="82475" y="441769"/>
                    </a:cubicBezTo>
                    <a:close/>
                  </a:path>
                </a:pathLst>
              </a:custGeom>
              <a:grpFill/>
              <a:ln w="9525"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19052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1000"/>
                                  </p:stCondLst>
                                  <p:iterate type="lt">
                                    <p:tmPct val="10000"/>
                                  </p:iterate>
                                  <p:childTnLst>
                                    <p:set>
                                      <p:cBhvr>
                                        <p:cTn id="6" dur="1" fill="hold">
                                          <p:stCondLst>
                                            <p:cond delay="0"/>
                                          </p:stCondLst>
                                        </p:cTn>
                                        <p:tgtEl>
                                          <p:spTgt spid="65"/>
                                        </p:tgtEl>
                                        <p:attrNameLst>
                                          <p:attrName>style.visibility</p:attrName>
                                        </p:attrNameLst>
                                      </p:cBhvr>
                                      <p:to>
                                        <p:strVal val="visible"/>
                                      </p:to>
                                    </p:set>
                                    <p:anim calcmode="lin" valueType="num">
                                      <p:cBhvr>
                                        <p:cTn id="7" dur="750" fill="hold"/>
                                        <p:tgtEl>
                                          <p:spTgt spid="65"/>
                                        </p:tgtEl>
                                        <p:attrNameLst>
                                          <p:attrName>ppt_w</p:attrName>
                                        </p:attrNameLst>
                                      </p:cBhvr>
                                      <p:tavLst>
                                        <p:tav tm="0">
                                          <p:val>
                                            <p:fltVal val="0"/>
                                          </p:val>
                                        </p:tav>
                                        <p:tav tm="100000">
                                          <p:val>
                                            <p:strVal val="#ppt_w"/>
                                          </p:val>
                                        </p:tav>
                                      </p:tavLst>
                                    </p:anim>
                                    <p:anim calcmode="lin" valueType="num">
                                      <p:cBhvr>
                                        <p:cTn id="8" dur="750" fill="hold"/>
                                        <p:tgtEl>
                                          <p:spTgt spid="65"/>
                                        </p:tgtEl>
                                        <p:attrNameLst>
                                          <p:attrName>ppt_h</p:attrName>
                                        </p:attrNameLst>
                                      </p:cBhvr>
                                      <p:tavLst>
                                        <p:tav tm="0">
                                          <p:val>
                                            <p:fltVal val="0"/>
                                          </p:val>
                                        </p:tav>
                                        <p:tav tm="100000">
                                          <p:val>
                                            <p:strVal val="#ppt_h"/>
                                          </p:val>
                                        </p:tav>
                                      </p:tavLst>
                                    </p:anim>
                                    <p:anim calcmode="lin" valueType="num">
                                      <p:cBhvr>
                                        <p:cTn id="9" dur="750" fill="hold"/>
                                        <p:tgtEl>
                                          <p:spTgt spid="65"/>
                                        </p:tgtEl>
                                        <p:attrNameLst>
                                          <p:attrName>style.rotation</p:attrName>
                                        </p:attrNameLst>
                                      </p:cBhvr>
                                      <p:tavLst>
                                        <p:tav tm="0">
                                          <p:val>
                                            <p:fltVal val="360"/>
                                          </p:val>
                                        </p:tav>
                                        <p:tav tm="100000">
                                          <p:val>
                                            <p:fltVal val="0"/>
                                          </p:val>
                                        </p:tav>
                                      </p:tavLst>
                                    </p:anim>
                                    <p:animEffect transition="in" filter="fade">
                                      <p:cBhvr>
                                        <p:cTn id="10" dur="750"/>
                                        <p:tgtEl>
                                          <p:spTgt spid="65"/>
                                        </p:tgtEl>
                                      </p:cBhvr>
                                    </p:animEffect>
                                  </p:childTnLst>
                                </p:cTn>
                              </p:par>
                              <p:par>
                                <p:cTn id="11" presetID="8" presetClass="emph" presetSubtype="0" decel="100000" fill="hold" nodeType="withEffect">
                                  <p:stCondLst>
                                    <p:cond delay="1000"/>
                                  </p:stCondLst>
                                  <p:iterate type="lt">
                                    <p:tmPct val="10000"/>
                                  </p:iterate>
                                  <p:childTnLst>
                                    <p:animRot by="21600000">
                                      <p:cBhvr>
                                        <p:cTn id="12" dur="750" fill="hold"/>
                                        <p:tgtEl>
                                          <p:spTgt spid="6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ge de titre bleu clair + texte  ">
    <p:bg>
      <p:bgPr>
        <a:solidFill>
          <a:schemeClr val="bg1"/>
        </a:solidFill>
        <a:effectLst/>
      </p:bgPr>
    </p:bg>
    <p:spTree>
      <p:nvGrpSpPr>
        <p:cNvPr id="1" name=""/>
        <p:cNvGrpSpPr/>
        <p:nvPr/>
      </p:nvGrpSpPr>
      <p:grpSpPr>
        <a:xfrm>
          <a:off x="0" y="0"/>
          <a:ext cx="0" cy="0"/>
          <a:chOff x="0" y="0"/>
          <a:chExt cx="0" cy="0"/>
        </a:xfrm>
      </p:grpSpPr>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75340B25-816E-44AE-8317-01D76778020A}" type="slidenum">
              <a:rPr lang="en-US" smtClean="0"/>
              <a:t>‹#›</a:t>
            </a:fld>
            <a:endParaRPr lang="en-US"/>
          </a:p>
        </p:txBody>
      </p:sp>
      <p:sp>
        <p:nvSpPr>
          <p:cNvPr id="9" name="Forme libre : forme 8">
            <a:extLst>
              <a:ext uri="{FF2B5EF4-FFF2-40B4-BE49-F238E27FC236}">
                <a16:creationId xmlns:a16="http://schemas.microsoft.com/office/drawing/2014/main" id="{725BDD40-2AC7-428A-A36D-DFE60D2562E6}"/>
              </a:ext>
            </a:extLst>
          </p:cNvPr>
          <p:cNvSpPr/>
          <p:nvPr/>
        </p:nvSpPr>
        <p:spPr>
          <a:xfrm>
            <a:off x="1452540"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sp>
        <p:nvSpPr>
          <p:cNvPr id="23" name="Espace réservé du texte 3">
            <a:extLst>
              <a:ext uri="{FF2B5EF4-FFF2-40B4-BE49-F238E27FC236}">
                <a16:creationId xmlns:a16="http://schemas.microsoft.com/office/drawing/2014/main" id="{3E072070-2E91-4AB4-B921-A5156A438D60}"/>
              </a:ext>
            </a:extLst>
          </p:cNvPr>
          <p:cNvSpPr>
            <a:spLocks noGrp="1"/>
          </p:cNvSpPr>
          <p:nvPr>
            <p:ph type="body" sz="quarter" idx="11" hasCustomPrompt="1"/>
          </p:nvPr>
        </p:nvSpPr>
        <p:spPr>
          <a:xfrm>
            <a:off x="1791335" y="1963738"/>
            <a:ext cx="9216668" cy="4064000"/>
          </a:xfrm>
          <a:prstGeom prst="rect">
            <a:avLst/>
          </a:prstGeom>
        </p:spPr>
        <p:txBody>
          <a:bodyPr lIns="0" tIns="0" rIns="0" bIns="0">
            <a:normAutofit/>
          </a:bodyPr>
          <a:lstStyle>
            <a:lvl1pPr marL="0" indent="0">
              <a:buNone/>
              <a:defRPr sz="2400">
                <a:latin typeface="Calibri Light" panose="02000503040000020004" pitchFamily="50" charset="0"/>
              </a:defRPr>
            </a:lvl1pPr>
            <a:lvl2pPr marL="450850" indent="-180975">
              <a:buClr>
                <a:schemeClr val="accent2"/>
              </a:buClr>
              <a:defRPr sz="2400">
                <a:latin typeface="Calibri Light" panose="02000503040000020004" pitchFamily="50" charset="0"/>
              </a:defRPr>
            </a:lvl2pPr>
            <a:lvl3pPr marL="804863" indent="-180975">
              <a:buClr>
                <a:schemeClr val="accent2"/>
              </a:buClr>
              <a:defRPr sz="2400">
                <a:latin typeface="Calibri Light" panose="02000503040000020004" pitchFamily="50" charset="0"/>
              </a:defRPr>
            </a:lvl3pPr>
            <a:lvl4pPr marL="1257300" indent="-182563">
              <a:buClr>
                <a:schemeClr val="accent2"/>
              </a:buClr>
              <a:defRPr sz="24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sp>
        <p:nvSpPr>
          <p:cNvPr id="25" name="Cadre 24">
            <a:extLst>
              <a:ext uri="{FF2B5EF4-FFF2-40B4-BE49-F238E27FC236}">
                <a16:creationId xmlns:a16="http://schemas.microsoft.com/office/drawing/2014/main" id="{D747F92A-7644-48A9-A83B-CA6A5EAE38D9}"/>
              </a:ext>
            </a:extLst>
          </p:cNvPr>
          <p:cNvSpPr/>
          <p:nvPr/>
        </p:nvSpPr>
        <p:spPr>
          <a:xfrm>
            <a:off x="529771" y="0"/>
            <a:ext cx="11662228" cy="6858000"/>
          </a:xfrm>
          <a:prstGeom prst="frame">
            <a:avLst>
              <a:gd name="adj1" fmla="val 77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7" name="Titre 2">
            <a:extLst>
              <a:ext uri="{FF2B5EF4-FFF2-40B4-BE49-F238E27FC236}">
                <a16:creationId xmlns:a16="http://schemas.microsoft.com/office/drawing/2014/main" id="{9A76342A-BC49-479B-8924-3A9EC05E8FE9}"/>
              </a:ext>
            </a:extLst>
          </p:cNvPr>
          <p:cNvSpPr>
            <a:spLocks noGrp="1"/>
          </p:cNvSpPr>
          <p:nvPr>
            <p:ph type="title" hasCustomPrompt="1"/>
          </p:nvPr>
        </p:nvSpPr>
        <p:spPr>
          <a:xfrm>
            <a:off x="1791335" y="943746"/>
            <a:ext cx="9216668" cy="680418"/>
          </a:xfrm>
          <a:prstGeom prst="rect">
            <a:avLst/>
          </a:prstGeom>
        </p:spPr>
        <p:txBody>
          <a:bodyPr lIns="0" tIns="0" rIns="0" bIns="0" anchor="t"/>
          <a:lstStyle>
            <a:lvl1pPr>
              <a:defRPr sz="4000" cap="all" baseline="0">
                <a:latin typeface="AlternateGothicEF-NoTwo"/>
              </a:defRPr>
            </a:lvl1pPr>
          </a:lstStyle>
          <a:p>
            <a:r>
              <a:rPr lang="fr-FR" dirty="0"/>
              <a:t>TITRE</a:t>
            </a:r>
          </a:p>
        </p:txBody>
      </p:sp>
      <p:sp>
        <p:nvSpPr>
          <p:cNvPr id="19" name="Forme libre : forme 18">
            <a:extLst>
              <a:ext uri="{FF2B5EF4-FFF2-40B4-BE49-F238E27FC236}">
                <a16:creationId xmlns:a16="http://schemas.microsoft.com/office/drawing/2014/main" id="{E8C6DB8F-1B61-41D3-8573-FA8702460F30}"/>
              </a:ext>
            </a:extLst>
          </p:cNvPr>
          <p:cNvSpPr/>
          <p:nvPr/>
        </p:nvSpPr>
        <p:spPr>
          <a:xfrm>
            <a:off x="1452540"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grpSp>
        <p:nvGrpSpPr>
          <p:cNvPr id="20" name="Groupe 19">
            <a:extLst>
              <a:ext uri="{FF2B5EF4-FFF2-40B4-BE49-F238E27FC236}">
                <a16:creationId xmlns:a16="http://schemas.microsoft.com/office/drawing/2014/main" id="{A21041C4-F2BD-4CBD-9E01-78339BD42134}"/>
              </a:ext>
            </a:extLst>
          </p:cNvPr>
          <p:cNvGrpSpPr/>
          <p:nvPr/>
        </p:nvGrpSpPr>
        <p:grpSpPr>
          <a:xfrm>
            <a:off x="0" y="0"/>
            <a:ext cx="529771" cy="529771"/>
            <a:chOff x="11074400" y="0"/>
            <a:chExt cx="1117600" cy="1117600"/>
          </a:xfrm>
        </p:grpSpPr>
        <p:sp>
          <p:nvSpPr>
            <p:cNvPr id="21" name="Rectangle 20">
              <a:extLst>
                <a:ext uri="{FF2B5EF4-FFF2-40B4-BE49-F238E27FC236}">
                  <a16:creationId xmlns:a16="http://schemas.microsoft.com/office/drawing/2014/main" id="{A9BB3681-9376-4A8B-837F-1ED51CA215A5}"/>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2" name="Groupe 21">
              <a:extLst>
                <a:ext uri="{FF2B5EF4-FFF2-40B4-BE49-F238E27FC236}">
                  <a16:creationId xmlns:a16="http://schemas.microsoft.com/office/drawing/2014/main" id="{0AADCF0C-AD1E-4ED2-BEAF-5FFEBD704844}"/>
                </a:ext>
              </a:extLst>
            </p:cNvPr>
            <p:cNvGrpSpPr/>
            <p:nvPr/>
          </p:nvGrpSpPr>
          <p:grpSpPr>
            <a:xfrm>
              <a:off x="11399441" y="306062"/>
              <a:ext cx="467518" cy="505476"/>
              <a:chOff x="4490465" y="1248006"/>
              <a:chExt cx="1388907" cy="1501671"/>
            </a:xfrm>
          </p:grpSpPr>
          <p:sp>
            <p:nvSpPr>
              <p:cNvPr id="24" name="Forme libre : forme 23">
                <a:extLst>
                  <a:ext uri="{FF2B5EF4-FFF2-40B4-BE49-F238E27FC236}">
                    <a16:creationId xmlns:a16="http://schemas.microsoft.com/office/drawing/2014/main" id="{1C92D0BF-6C10-4EF2-8C2D-E835BA7532D7}"/>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26" name="Forme libre : forme 25">
                <a:extLst>
                  <a:ext uri="{FF2B5EF4-FFF2-40B4-BE49-F238E27FC236}">
                    <a16:creationId xmlns:a16="http://schemas.microsoft.com/office/drawing/2014/main" id="{A3661ACD-6C0B-4D29-9DF0-2B84E8A240AD}"/>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Tree>
    <p:extLst>
      <p:ext uri="{BB962C8B-B14F-4D97-AF65-F5344CB8AC3E}">
        <p14:creationId xmlns:p14="http://schemas.microsoft.com/office/powerpoint/2010/main" val="2304510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de titre bleu foncé + texte  ">
    <p:bg>
      <p:bgPr>
        <a:solidFill>
          <a:schemeClr val="bg1"/>
        </a:solidFill>
        <a:effectLst/>
      </p:bgPr>
    </p:bg>
    <p:spTree>
      <p:nvGrpSpPr>
        <p:cNvPr id="1" name=""/>
        <p:cNvGrpSpPr/>
        <p:nvPr/>
      </p:nvGrpSpPr>
      <p:grpSpPr>
        <a:xfrm>
          <a:off x="0" y="0"/>
          <a:ext cx="0" cy="0"/>
          <a:chOff x="0" y="0"/>
          <a:chExt cx="0" cy="0"/>
        </a:xfrm>
      </p:grpSpPr>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75340B25-816E-44AE-8317-01D76778020A}" type="slidenum">
              <a:rPr lang="en-US" smtClean="0"/>
              <a:t>‹#›</a:t>
            </a:fld>
            <a:endParaRPr lang="en-US"/>
          </a:p>
        </p:txBody>
      </p:sp>
      <p:sp>
        <p:nvSpPr>
          <p:cNvPr id="9" name="Forme libre : forme 8">
            <a:extLst>
              <a:ext uri="{FF2B5EF4-FFF2-40B4-BE49-F238E27FC236}">
                <a16:creationId xmlns:a16="http://schemas.microsoft.com/office/drawing/2014/main" id="{725BDD40-2AC7-428A-A36D-DFE60D2562E6}"/>
              </a:ext>
            </a:extLst>
          </p:cNvPr>
          <p:cNvSpPr/>
          <p:nvPr/>
        </p:nvSpPr>
        <p:spPr>
          <a:xfrm>
            <a:off x="1452540"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sp>
        <p:nvSpPr>
          <p:cNvPr id="3" name="Titre 2">
            <a:extLst>
              <a:ext uri="{FF2B5EF4-FFF2-40B4-BE49-F238E27FC236}">
                <a16:creationId xmlns:a16="http://schemas.microsoft.com/office/drawing/2014/main" id="{86F3BAD1-4007-41B0-982E-8FD34ADC5C5C}"/>
              </a:ext>
            </a:extLst>
          </p:cNvPr>
          <p:cNvSpPr>
            <a:spLocks noGrp="1"/>
          </p:cNvSpPr>
          <p:nvPr>
            <p:ph type="title" hasCustomPrompt="1"/>
          </p:nvPr>
        </p:nvSpPr>
        <p:spPr>
          <a:xfrm>
            <a:off x="1791335" y="943746"/>
            <a:ext cx="9216668" cy="680418"/>
          </a:xfrm>
          <a:prstGeom prst="rect">
            <a:avLst/>
          </a:prstGeom>
        </p:spPr>
        <p:txBody>
          <a:bodyPr lIns="0" tIns="0" rIns="0" bIns="0" anchor="t"/>
          <a:lstStyle>
            <a:lvl1pPr>
              <a:defRPr cap="all" baseline="0">
                <a:latin typeface="AlternateGothicEF-NoTwo"/>
              </a:defRPr>
            </a:lvl1pPr>
          </a:lstStyle>
          <a:p>
            <a:r>
              <a:rPr lang="fr-FR"/>
              <a:t>TITRE</a:t>
            </a:r>
          </a:p>
        </p:txBody>
      </p:sp>
      <p:sp>
        <p:nvSpPr>
          <p:cNvPr id="23" name="Espace réservé du texte 3">
            <a:extLst>
              <a:ext uri="{FF2B5EF4-FFF2-40B4-BE49-F238E27FC236}">
                <a16:creationId xmlns:a16="http://schemas.microsoft.com/office/drawing/2014/main" id="{3E072070-2E91-4AB4-B921-A5156A438D60}"/>
              </a:ext>
            </a:extLst>
          </p:cNvPr>
          <p:cNvSpPr>
            <a:spLocks noGrp="1"/>
          </p:cNvSpPr>
          <p:nvPr>
            <p:ph type="body" sz="quarter" idx="11" hasCustomPrompt="1"/>
          </p:nvPr>
        </p:nvSpPr>
        <p:spPr>
          <a:xfrm>
            <a:off x="1791335" y="1963738"/>
            <a:ext cx="9216668" cy="4064000"/>
          </a:xfrm>
          <a:prstGeom prst="rect">
            <a:avLst/>
          </a:prstGeom>
        </p:spPr>
        <p:txBody>
          <a:bodyPr lIns="0" tIns="0" rIns="0" bIns="0">
            <a:normAutofit/>
          </a:bodyPr>
          <a:lstStyle>
            <a:lvl1pPr marL="0" indent="0">
              <a:buNone/>
              <a:defRPr sz="2400">
                <a:latin typeface="Calibri Light" panose="02000503040000020004" pitchFamily="50" charset="0"/>
              </a:defRPr>
            </a:lvl1pPr>
            <a:lvl2pPr marL="450850" indent="-180975">
              <a:buClr>
                <a:schemeClr val="accent2"/>
              </a:buClr>
              <a:defRPr sz="2400">
                <a:latin typeface="Calibri Light" panose="02000503040000020004" pitchFamily="50" charset="0"/>
              </a:defRPr>
            </a:lvl2pPr>
            <a:lvl3pPr marL="804863" indent="-180975">
              <a:buClr>
                <a:schemeClr val="accent2"/>
              </a:buClr>
              <a:defRPr sz="2400">
                <a:latin typeface="Calibri Light" panose="02000503040000020004" pitchFamily="50" charset="0"/>
              </a:defRPr>
            </a:lvl3pPr>
            <a:lvl4pPr marL="1257300" indent="-182563">
              <a:buClr>
                <a:schemeClr val="accent2"/>
              </a:buClr>
              <a:defRPr sz="24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sp>
        <p:nvSpPr>
          <p:cNvPr id="44" name="Cadre 43">
            <a:extLst>
              <a:ext uri="{FF2B5EF4-FFF2-40B4-BE49-F238E27FC236}">
                <a16:creationId xmlns:a16="http://schemas.microsoft.com/office/drawing/2014/main" id="{51567AD5-8411-429C-8CE6-558E5D3B94FA}"/>
              </a:ext>
            </a:extLst>
          </p:cNvPr>
          <p:cNvSpPr/>
          <p:nvPr/>
        </p:nvSpPr>
        <p:spPr>
          <a:xfrm>
            <a:off x="529771" y="0"/>
            <a:ext cx="11662228" cy="6858000"/>
          </a:xfrm>
          <a:prstGeom prst="frame">
            <a:avLst>
              <a:gd name="adj1" fmla="val 7722"/>
            </a:avLst>
          </a:prstGeom>
          <a:solidFill>
            <a:srgbClr val="1D39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31" name="Groupe 30">
            <a:extLst>
              <a:ext uri="{FF2B5EF4-FFF2-40B4-BE49-F238E27FC236}">
                <a16:creationId xmlns:a16="http://schemas.microsoft.com/office/drawing/2014/main" id="{E6EF7CBD-87C1-4B4E-9571-CDBB1223A530}"/>
              </a:ext>
            </a:extLst>
          </p:cNvPr>
          <p:cNvGrpSpPr/>
          <p:nvPr/>
        </p:nvGrpSpPr>
        <p:grpSpPr>
          <a:xfrm>
            <a:off x="0" y="0"/>
            <a:ext cx="529771" cy="529771"/>
            <a:chOff x="11074400" y="0"/>
            <a:chExt cx="1117600" cy="1117600"/>
          </a:xfrm>
        </p:grpSpPr>
        <p:sp>
          <p:nvSpPr>
            <p:cNvPr id="32" name="Rectangle 31">
              <a:extLst>
                <a:ext uri="{FF2B5EF4-FFF2-40B4-BE49-F238E27FC236}">
                  <a16:creationId xmlns:a16="http://schemas.microsoft.com/office/drawing/2014/main" id="{7D74F34E-0736-4119-8D01-0F40B9028A02}"/>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3" name="Groupe 32">
              <a:extLst>
                <a:ext uri="{FF2B5EF4-FFF2-40B4-BE49-F238E27FC236}">
                  <a16:creationId xmlns:a16="http://schemas.microsoft.com/office/drawing/2014/main" id="{3BB5A460-1F42-4A15-BA06-97270DA36737}"/>
                </a:ext>
              </a:extLst>
            </p:cNvPr>
            <p:cNvGrpSpPr/>
            <p:nvPr/>
          </p:nvGrpSpPr>
          <p:grpSpPr>
            <a:xfrm>
              <a:off x="11399441" y="306062"/>
              <a:ext cx="467518" cy="505476"/>
              <a:chOff x="4490465" y="1248006"/>
              <a:chExt cx="1388907" cy="1501671"/>
            </a:xfrm>
          </p:grpSpPr>
          <p:sp>
            <p:nvSpPr>
              <p:cNvPr id="34" name="Forme libre : forme 33">
                <a:extLst>
                  <a:ext uri="{FF2B5EF4-FFF2-40B4-BE49-F238E27FC236}">
                    <a16:creationId xmlns:a16="http://schemas.microsoft.com/office/drawing/2014/main" id="{2D220ED7-B5B0-4AB2-A0A3-421E366BDBF7}"/>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35" name="Forme libre : forme 34">
                <a:extLst>
                  <a:ext uri="{FF2B5EF4-FFF2-40B4-BE49-F238E27FC236}">
                    <a16:creationId xmlns:a16="http://schemas.microsoft.com/office/drawing/2014/main" id="{5B206B68-0A39-4C17-93E7-1A3A7577F0FD}"/>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Tree>
    <p:extLst>
      <p:ext uri="{BB962C8B-B14F-4D97-AF65-F5344CB8AC3E}">
        <p14:creationId xmlns:p14="http://schemas.microsoft.com/office/powerpoint/2010/main" val="3765006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ge de titre grise + texte  ">
    <p:bg>
      <p:bgPr>
        <a:solidFill>
          <a:schemeClr val="bg1"/>
        </a:solidFill>
        <a:effectLst/>
      </p:bgPr>
    </p:bg>
    <p:spTree>
      <p:nvGrpSpPr>
        <p:cNvPr id="1" name=""/>
        <p:cNvGrpSpPr/>
        <p:nvPr/>
      </p:nvGrpSpPr>
      <p:grpSpPr>
        <a:xfrm>
          <a:off x="0" y="0"/>
          <a:ext cx="0" cy="0"/>
          <a:chOff x="0" y="0"/>
          <a:chExt cx="0" cy="0"/>
        </a:xfrm>
      </p:grpSpPr>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75340B25-816E-44AE-8317-01D76778020A}" type="slidenum">
              <a:rPr lang="en-US" smtClean="0"/>
              <a:t>‹#›</a:t>
            </a:fld>
            <a:endParaRPr lang="en-US"/>
          </a:p>
        </p:txBody>
      </p:sp>
      <p:sp>
        <p:nvSpPr>
          <p:cNvPr id="3" name="Titre 2">
            <a:extLst>
              <a:ext uri="{FF2B5EF4-FFF2-40B4-BE49-F238E27FC236}">
                <a16:creationId xmlns:a16="http://schemas.microsoft.com/office/drawing/2014/main" id="{86F3BAD1-4007-41B0-982E-8FD34ADC5C5C}"/>
              </a:ext>
            </a:extLst>
          </p:cNvPr>
          <p:cNvSpPr>
            <a:spLocks noGrp="1"/>
          </p:cNvSpPr>
          <p:nvPr>
            <p:ph type="title" hasCustomPrompt="1"/>
          </p:nvPr>
        </p:nvSpPr>
        <p:spPr>
          <a:xfrm>
            <a:off x="1791335" y="943746"/>
            <a:ext cx="9216668" cy="680418"/>
          </a:xfrm>
          <a:prstGeom prst="rect">
            <a:avLst/>
          </a:prstGeom>
        </p:spPr>
        <p:txBody>
          <a:bodyPr lIns="0" tIns="0" rIns="0" bIns="0" anchor="t"/>
          <a:lstStyle>
            <a:lvl1pPr>
              <a:defRPr cap="all" baseline="0">
                <a:latin typeface="AlternateGothicEF-NoTwo"/>
              </a:defRPr>
            </a:lvl1pPr>
          </a:lstStyle>
          <a:p>
            <a:r>
              <a:rPr lang="fr-FR"/>
              <a:t>TITRE</a:t>
            </a:r>
          </a:p>
        </p:txBody>
      </p:sp>
      <p:sp>
        <p:nvSpPr>
          <p:cNvPr id="23" name="Espace réservé du texte 3">
            <a:extLst>
              <a:ext uri="{FF2B5EF4-FFF2-40B4-BE49-F238E27FC236}">
                <a16:creationId xmlns:a16="http://schemas.microsoft.com/office/drawing/2014/main" id="{3E072070-2E91-4AB4-B921-A5156A438D60}"/>
              </a:ext>
            </a:extLst>
          </p:cNvPr>
          <p:cNvSpPr>
            <a:spLocks noGrp="1"/>
          </p:cNvSpPr>
          <p:nvPr>
            <p:ph type="body" sz="quarter" idx="11" hasCustomPrompt="1"/>
          </p:nvPr>
        </p:nvSpPr>
        <p:spPr>
          <a:xfrm>
            <a:off x="1791335" y="1963738"/>
            <a:ext cx="9216668" cy="4064000"/>
          </a:xfrm>
          <a:prstGeom prst="rect">
            <a:avLst/>
          </a:prstGeom>
        </p:spPr>
        <p:txBody>
          <a:bodyPr lIns="0" tIns="0" rIns="0" bIns="0">
            <a:normAutofit/>
          </a:bodyPr>
          <a:lstStyle>
            <a:lvl1pPr marL="0" indent="0">
              <a:buNone/>
              <a:defRPr sz="2400">
                <a:latin typeface="Calibri Light" panose="02000503040000020004" pitchFamily="50" charset="0"/>
              </a:defRPr>
            </a:lvl1pPr>
            <a:lvl2pPr marL="450850" indent="-180975">
              <a:buClr>
                <a:schemeClr val="accent2"/>
              </a:buClr>
              <a:defRPr sz="2400">
                <a:latin typeface="Calibri Light" panose="02000503040000020004" pitchFamily="50" charset="0"/>
              </a:defRPr>
            </a:lvl2pPr>
            <a:lvl3pPr marL="804863" indent="-180975">
              <a:buClr>
                <a:schemeClr val="accent2"/>
              </a:buClr>
              <a:defRPr sz="2400">
                <a:latin typeface="Calibri Light" panose="02000503040000020004" pitchFamily="50" charset="0"/>
              </a:defRPr>
            </a:lvl3pPr>
            <a:lvl4pPr marL="1257300" indent="-182563">
              <a:buClr>
                <a:schemeClr val="accent2"/>
              </a:buClr>
              <a:defRPr sz="24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sp>
        <p:nvSpPr>
          <p:cNvPr id="25" name="Cadre 24">
            <a:extLst>
              <a:ext uri="{FF2B5EF4-FFF2-40B4-BE49-F238E27FC236}">
                <a16:creationId xmlns:a16="http://schemas.microsoft.com/office/drawing/2014/main" id="{89B012EC-AF39-4091-904B-4F6345F7CB7B}"/>
              </a:ext>
            </a:extLst>
          </p:cNvPr>
          <p:cNvSpPr/>
          <p:nvPr/>
        </p:nvSpPr>
        <p:spPr>
          <a:xfrm>
            <a:off x="529771" y="0"/>
            <a:ext cx="11662228" cy="6858000"/>
          </a:xfrm>
          <a:prstGeom prst="frame">
            <a:avLst>
              <a:gd name="adj1" fmla="val 772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2" name="Forme libre : forme 31">
            <a:extLst>
              <a:ext uri="{FF2B5EF4-FFF2-40B4-BE49-F238E27FC236}">
                <a16:creationId xmlns:a16="http://schemas.microsoft.com/office/drawing/2014/main" id="{23D68746-17DB-40BA-AA15-3A6D46A5B6EE}"/>
              </a:ext>
            </a:extLst>
          </p:cNvPr>
          <p:cNvSpPr/>
          <p:nvPr/>
        </p:nvSpPr>
        <p:spPr>
          <a:xfrm>
            <a:off x="1452540"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grpSp>
        <p:nvGrpSpPr>
          <p:cNvPr id="33" name="Groupe 32">
            <a:extLst>
              <a:ext uri="{FF2B5EF4-FFF2-40B4-BE49-F238E27FC236}">
                <a16:creationId xmlns:a16="http://schemas.microsoft.com/office/drawing/2014/main" id="{863F4F7A-CD9A-46BA-A3A8-C77B6C53A09C}"/>
              </a:ext>
            </a:extLst>
          </p:cNvPr>
          <p:cNvGrpSpPr/>
          <p:nvPr/>
        </p:nvGrpSpPr>
        <p:grpSpPr>
          <a:xfrm>
            <a:off x="0" y="0"/>
            <a:ext cx="529771" cy="529771"/>
            <a:chOff x="11074400" y="0"/>
            <a:chExt cx="1117600" cy="1117600"/>
          </a:xfrm>
        </p:grpSpPr>
        <p:sp>
          <p:nvSpPr>
            <p:cNvPr id="34" name="Rectangle 33">
              <a:extLst>
                <a:ext uri="{FF2B5EF4-FFF2-40B4-BE49-F238E27FC236}">
                  <a16:creationId xmlns:a16="http://schemas.microsoft.com/office/drawing/2014/main" id="{152503F3-FDCC-4FEA-9D8E-D0610AFCEB94}"/>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0" name="Groupe 39">
              <a:extLst>
                <a:ext uri="{FF2B5EF4-FFF2-40B4-BE49-F238E27FC236}">
                  <a16:creationId xmlns:a16="http://schemas.microsoft.com/office/drawing/2014/main" id="{A1244535-B17C-4521-82E9-2E4D6FB212EE}"/>
                </a:ext>
              </a:extLst>
            </p:cNvPr>
            <p:cNvGrpSpPr/>
            <p:nvPr/>
          </p:nvGrpSpPr>
          <p:grpSpPr>
            <a:xfrm>
              <a:off x="11399441" y="306062"/>
              <a:ext cx="467518" cy="505476"/>
              <a:chOff x="4490465" y="1248006"/>
              <a:chExt cx="1388907" cy="1501671"/>
            </a:xfrm>
          </p:grpSpPr>
          <p:sp>
            <p:nvSpPr>
              <p:cNvPr id="41" name="Forme libre : forme 40">
                <a:extLst>
                  <a:ext uri="{FF2B5EF4-FFF2-40B4-BE49-F238E27FC236}">
                    <a16:creationId xmlns:a16="http://schemas.microsoft.com/office/drawing/2014/main" id="{C684F377-F4D8-4425-AB87-98E9F5E0C2F7}"/>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42" name="Forme libre : forme 41">
                <a:extLst>
                  <a:ext uri="{FF2B5EF4-FFF2-40B4-BE49-F238E27FC236}">
                    <a16:creationId xmlns:a16="http://schemas.microsoft.com/office/drawing/2014/main" id="{8B5829A1-3CDB-4E39-A2F7-E199D0B9F20E}"/>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Tree>
    <p:extLst>
      <p:ext uri="{BB962C8B-B14F-4D97-AF65-F5344CB8AC3E}">
        <p14:creationId xmlns:p14="http://schemas.microsoft.com/office/powerpoint/2010/main" val="2439630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age de titre simple grise">
    <p:bg>
      <p:bgPr>
        <a:solidFill>
          <a:schemeClr val="accent2"/>
        </a:solidFill>
        <a:effectLst/>
      </p:bgPr>
    </p:bg>
    <p:spTree>
      <p:nvGrpSpPr>
        <p:cNvPr id="1" name=""/>
        <p:cNvGrpSpPr/>
        <p:nvPr/>
      </p:nvGrpSpPr>
      <p:grpSpPr>
        <a:xfrm>
          <a:off x="0" y="0"/>
          <a:ext cx="0" cy="0"/>
          <a:chOff x="0" y="0"/>
          <a:chExt cx="0" cy="0"/>
        </a:xfrm>
      </p:grpSpPr>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3B1E0E51-53CC-4C36-8961-F424CEF4E661}" type="slidenum">
              <a:rPr lang="fr-FR" smtClean="0"/>
              <a:pPr/>
              <a:t>‹#›</a:t>
            </a:fld>
            <a:endParaRPr lang="fr-FR"/>
          </a:p>
        </p:txBody>
      </p:sp>
      <p:grpSp>
        <p:nvGrpSpPr>
          <p:cNvPr id="18" name="Groupe 17">
            <a:extLst>
              <a:ext uri="{FF2B5EF4-FFF2-40B4-BE49-F238E27FC236}">
                <a16:creationId xmlns:a16="http://schemas.microsoft.com/office/drawing/2014/main" id="{A020E5D9-0296-4BF1-8E43-C8B39309E898}"/>
              </a:ext>
            </a:extLst>
          </p:cNvPr>
          <p:cNvGrpSpPr/>
          <p:nvPr userDrawn="1"/>
        </p:nvGrpSpPr>
        <p:grpSpPr>
          <a:xfrm>
            <a:off x="0" y="0"/>
            <a:ext cx="529771" cy="529771"/>
            <a:chOff x="11074400" y="0"/>
            <a:chExt cx="1117600" cy="1117600"/>
          </a:xfrm>
        </p:grpSpPr>
        <p:sp>
          <p:nvSpPr>
            <p:cNvPr id="19" name="Rectangle 18">
              <a:extLst>
                <a:ext uri="{FF2B5EF4-FFF2-40B4-BE49-F238E27FC236}">
                  <a16:creationId xmlns:a16="http://schemas.microsoft.com/office/drawing/2014/main" id="{BEF92EB1-7E11-4648-B4DA-6BB02822A8BE}"/>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0" name="Groupe 19">
              <a:extLst>
                <a:ext uri="{FF2B5EF4-FFF2-40B4-BE49-F238E27FC236}">
                  <a16:creationId xmlns:a16="http://schemas.microsoft.com/office/drawing/2014/main" id="{3A063258-AEAC-4F15-B159-90C9A678640A}"/>
                </a:ext>
              </a:extLst>
            </p:cNvPr>
            <p:cNvGrpSpPr/>
            <p:nvPr/>
          </p:nvGrpSpPr>
          <p:grpSpPr>
            <a:xfrm>
              <a:off x="11399441" y="306062"/>
              <a:ext cx="467518" cy="505476"/>
              <a:chOff x="4490465" y="1248006"/>
              <a:chExt cx="1388907" cy="1501671"/>
            </a:xfrm>
          </p:grpSpPr>
          <p:sp>
            <p:nvSpPr>
              <p:cNvPr id="21" name="Forme libre : forme 20">
                <a:extLst>
                  <a:ext uri="{FF2B5EF4-FFF2-40B4-BE49-F238E27FC236}">
                    <a16:creationId xmlns:a16="http://schemas.microsoft.com/office/drawing/2014/main" id="{A1CA91FB-EF23-481E-B8DF-7D9344040592}"/>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22" name="Forme libre : forme 21">
                <a:extLst>
                  <a:ext uri="{FF2B5EF4-FFF2-40B4-BE49-F238E27FC236}">
                    <a16:creationId xmlns:a16="http://schemas.microsoft.com/office/drawing/2014/main" id="{604BB891-AAB7-48F8-BFA3-B786BBCD0D91}"/>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
        <p:nvSpPr>
          <p:cNvPr id="10" name="Espace réservé du texte 16">
            <a:extLst>
              <a:ext uri="{FF2B5EF4-FFF2-40B4-BE49-F238E27FC236}">
                <a16:creationId xmlns:a16="http://schemas.microsoft.com/office/drawing/2014/main" id="{22A1B1F2-65A5-8526-A0DA-180E81402677}"/>
              </a:ext>
            </a:extLst>
          </p:cNvPr>
          <p:cNvSpPr>
            <a:spLocks noGrp="1"/>
          </p:cNvSpPr>
          <p:nvPr>
            <p:ph type="body" sz="quarter" idx="13" hasCustomPrompt="1"/>
          </p:nvPr>
        </p:nvSpPr>
        <p:spPr>
          <a:xfrm>
            <a:off x="1861344" y="2719096"/>
            <a:ext cx="8469312" cy="1419808"/>
          </a:xfrm>
          <a:prstGeom prst="rect">
            <a:avLst/>
          </a:prstGeom>
        </p:spPr>
        <p:txBody>
          <a:bodyPr>
            <a:normAutofit/>
          </a:bodyPr>
          <a:lstStyle>
            <a:lvl1pPr marL="0" indent="0" algn="ctr">
              <a:buNone/>
              <a:defRPr sz="6000" b="1" cap="all" baseline="0">
                <a:solidFill>
                  <a:schemeClr val="bg1"/>
                </a:solidFill>
                <a:latin typeface="AlternateGothicEF-NoTwo"/>
              </a:defRPr>
            </a:lvl1pPr>
          </a:lstStyle>
          <a:p>
            <a:pPr lvl="0"/>
            <a:r>
              <a:rPr lang="fr-FR" dirty="0"/>
              <a:t>TITRE</a:t>
            </a:r>
          </a:p>
        </p:txBody>
      </p:sp>
    </p:spTree>
    <p:extLst>
      <p:ext uri="{BB962C8B-B14F-4D97-AF65-F5344CB8AC3E}">
        <p14:creationId xmlns:p14="http://schemas.microsoft.com/office/powerpoint/2010/main" val="2769501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onnes">
    <p:bg>
      <p:bgPr>
        <a:solidFill>
          <a:schemeClr val="bg1"/>
        </a:solidFill>
        <a:effectLst/>
      </p:bgPr>
    </p:bg>
    <p:spTree>
      <p:nvGrpSpPr>
        <p:cNvPr id="1" name=""/>
        <p:cNvGrpSpPr/>
        <p:nvPr/>
      </p:nvGrpSpPr>
      <p:grpSpPr>
        <a:xfrm>
          <a:off x="0" y="0"/>
          <a:ext cx="0" cy="0"/>
          <a:chOff x="0" y="0"/>
          <a:chExt cx="0" cy="0"/>
        </a:xfrm>
      </p:grpSpPr>
      <p:sp>
        <p:nvSpPr>
          <p:cNvPr id="42" name="Cadre 41">
            <a:extLst>
              <a:ext uri="{FF2B5EF4-FFF2-40B4-BE49-F238E27FC236}">
                <a16:creationId xmlns:a16="http://schemas.microsoft.com/office/drawing/2014/main" id="{1B71244D-D057-4D3C-829E-0FF738D9563A}"/>
              </a:ext>
            </a:extLst>
          </p:cNvPr>
          <p:cNvSpPr/>
          <p:nvPr/>
        </p:nvSpPr>
        <p:spPr>
          <a:xfrm>
            <a:off x="529771" y="0"/>
            <a:ext cx="11662228" cy="6858000"/>
          </a:xfrm>
          <a:prstGeom prst="frame">
            <a:avLst>
              <a:gd name="adj1" fmla="val 772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75340B25-816E-44AE-8317-01D76778020A}" type="slidenum">
              <a:rPr lang="en-US" smtClean="0"/>
              <a:t>‹#›</a:t>
            </a:fld>
            <a:endParaRPr lang="en-US"/>
          </a:p>
        </p:txBody>
      </p:sp>
      <p:sp>
        <p:nvSpPr>
          <p:cNvPr id="27" name="Forme libre : forme 26">
            <a:extLst>
              <a:ext uri="{FF2B5EF4-FFF2-40B4-BE49-F238E27FC236}">
                <a16:creationId xmlns:a16="http://schemas.microsoft.com/office/drawing/2014/main" id="{94815891-2690-40C3-BCAC-3E552E4F9C91}"/>
              </a:ext>
            </a:extLst>
          </p:cNvPr>
          <p:cNvSpPr/>
          <p:nvPr/>
        </p:nvSpPr>
        <p:spPr>
          <a:xfrm>
            <a:off x="1428253"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sp>
        <p:nvSpPr>
          <p:cNvPr id="28" name="Titre 2">
            <a:extLst>
              <a:ext uri="{FF2B5EF4-FFF2-40B4-BE49-F238E27FC236}">
                <a16:creationId xmlns:a16="http://schemas.microsoft.com/office/drawing/2014/main" id="{F133F4D0-61A9-4799-B01B-6C465CEB56BF}"/>
              </a:ext>
            </a:extLst>
          </p:cNvPr>
          <p:cNvSpPr>
            <a:spLocks noGrp="1"/>
          </p:cNvSpPr>
          <p:nvPr>
            <p:ph type="title" hasCustomPrompt="1"/>
          </p:nvPr>
        </p:nvSpPr>
        <p:spPr>
          <a:xfrm>
            <a:off x="1767048" y="943746"/>
            <a:ext cx="9320051" cy="680418"/>
          </a:xfrm>
          <a:prstGeom prst="rect">
            <a:avLst/>
          </a:prstGeom>
        </p:spPr>
        <p:txBody>
          <a:bodyPr lIns="0" tIns="0" rIns="0" bIns="0" anchor="t"/>
          <a:lstStyle>
            <a:lvl1pPr>
              <a:defRPr cap="all" baseline="0">
                <a:latin typeface="AlternateGothicEF-NoTwo"/>
              </a:defRPr>
            </a:lvl1pPr>
          </a:lstStyle>
          <a:p>
            <a:r>
              <a:rPr lang="fr-FR"/>
              <a:t>TITRE</a:t>
            </a:r>
          </a:p>
        </p:txBody>
      </p:sp>
      <p:sp>
        <p:nvSpPr>
          <p:cNvPr id="29" name="Espace réservé du texte 3">
            <a:extLst>
              <a:ext uri="{FF2B5EF4-FFF2-40B4-BE49-F238E27FC236}">
                <a16:creationId xmlns:a16="http://schemas.microsoft.com/office/drawing/2014/main" id="{D3A5CE7E-ECA1-4069-A8E2-472260C48279}"/>
              </a:ext>
            </a:extLst>
          </p:cNvPr>
          <p:cNvSpPr>
            <a:spLocks noGrp="1"/>
          </p:cNvSpPr>
          <p:nvPr>
            <p:ph type="body" sz="quarter" idx="11" hasCustomPrompt="1"/>
          </p:nvPr>
        </p:nvSpPr>
        <p:spPr>
          <a:xfrm>
            <a:off x="1767048" y="1885950"/>
            <a:ext cx="4237480" cy="4141787"/>
          </a:xfrm>
          <a:prstGeom prst="rect">
            <a:avLst/>
          </a:prstGeom>
        </p:spPr>
        <p:txBody>
          <a:bodyPr lIns="0" tIns="0" rIns="0" bIns="0">
            <a:normAutofit/>
          </a:bodyPr>
          <a:lstStyle>
            <a:lvl1pPr marL="0" indent="0">
              <a:buNone/>
              <a:defRPr sz="2400">
                <a:latin typeface="Calibri Light" panose="02000503040000020004" pitchFamily="50" charset="0"/>
              </a:defRPr>
            </a:lvl1pPr>
            <a:lvl2pPr marL="450850" indent="-180975">
              <a:buClr>
                <a:schemeClr val="accent2"/>
              </a:buClr>
              <a:defRPr sz="2400">
                <a:latin typeface="Calibri Light" panose="02000503040000020004" pitchFamily="50" charset="0"/>
              </a:defRPr>
            </a:lvl2pPr>
            <a:lvl3pPr marL="804863" indent="-180975">
              <a:buClr>
                <a:schemeClr val="accent2"/>
              </a:buClr>
              <a:defRPr sz="2400">
                <a:latin typeface="Calibri Light" panose="02000503040000020004" pitchFamily="50" charset="0"/>
              </a:defRPr>
            </a:lvl3pPr>
            <a:lvl4pPr marL="1257300" indent="-182563">
              <a:buClr>
                <a:schemeClr val="accent2"/>
              </a:buClr>
              <a:defRPr sz="24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cxnSp>
        <p:nvCxnSpPr>
          <p:cNvPr id="48" name="Connecteur droit 47">
            <a:extLst>
              <a:ext uri="{FF2B5EF4-FFF2-40B4-BE49-F238E27FC236}">
                <a16:creationId xmlns:a16="http://schemas.microsoft.com/office/drawing/2014/main" id="{0FAEED20-991C-4AFA-BF35-58E4CDBCD21F}"/>
              </a:ext>
            </a:extLst>
          </p:cNvPr>
          <p:cNvCxnSpPr>
            <a:cxnSpLocks/>
          </p:cNvCxnSpPr>
          <p:nvPr/>
        </p:nvCxnSpPr>
        <p:spPr>
          <a:xfrm>
            <a:off x="6360882" y="1885950"/>
            <a:ext cx="0" cy="4141787"/>
          </a:xfrm>
          <a:prstGeom prst="line">
            <a:avLst/>
          </a:prstGeom>
          <a:ln>
            <a:solidFill>
              <a:schemeClr val="accent4">
                <a:alpha val="23000"/>
              </a:schemeClr>
            </a:solidFill>
          </a:ln>
        </p:spPr>
        <p:style>
          <a:lnRef idx="1">
            <a:schemeClr val="accent1"/>
          </a:lnRef>
          <a:fillRef idx="0">
            <a:schemeClr val="accent1"/>
          </a:fillRef>
          <a:effectRef idx="0">
            <a:schemeClr val="accent1"/>
          </a:effectRef>
          <a:fontRef idx="minor">
            <a:schemeClr val="tx1"/>
          </a:fontRef>
        </p:style>
      </p:cxnSp>
      <p:sp>
        <p:nvSpPr>
          <p:cNvPr id="53" name="Espace réservé du texte 3">
            <a:extLst>
              <a:ext uri="{FF2B5EF4-FFF2-40B4-BE49-F238E27FC236}">
                <a16:creationId xmlns:a16="http://schemas.microsoft.com/office/drawing/2014/main" id="{7611A9DB-4D48-432F-A629-EAD366C3CC6B}"/>
              </a:ext>
            </a:extLst>
          </p:cNvPr>
          <p:cNvSpPr>
            <a:spLocks noGrp="1"/>
          </p:cNvSpPr>
          <p:nvPr>
            <p:ph type="body" sz="quarter" idx="20" hasCustomPrompt="1"/>
          </p:nvPr>
        </p:nvSpPr>
        <p:spPr>
          <a:xfrm>
            <a:off x="6801346" y="1885950"/>
            <a:ext cx="4237480" cy="4141787"/>
          </a:xfrm>
          <a:prstGeom prst="rect">
            <a:avLst/>
          </a:prstGeom>
        </p:spPr>
        <p:txBody>
          <a:bodyPr lIns="0" tIns="0" rIns="0" bIns="0">
            <a:normAutofit/>
          </a:bodyPr>
          <a:lstStyle>
            <a:lvl1pPr marL="0" indent="0">
              <a:buNone/>
              <a:defRPr sz="2400">
                <a:latin typeface="Calibri Light" panose="02000503040000020004" pitchFamily="50" charset="0"/>
              </a:defRPr>
            </a:lvl1pPr>
            <a:lvl2pPr marL="450850" indent="-180975">
              <a:buClr>
                <a:schemeClr val="accent2"/>
              </a:buClr>
              <a:defRPr sz="2400">
                <a:latin typeface="Calibri Light" panose="02000503040000020004" pitchFamily="50" charset="0"/>
              </a:defRPr>
            </a:lvl2pPr>
            <a:lvl3pPr marL="804863" indent="-180975">
              <a:buClr>
                <a:schemeClr val="accent2"/>
              </a:buClr>
              <a:defRPr sz="2400">
                <a:latin typeface="Calibri Light" panose="02000503040000020004" pitchFamily="50" charset="0"/>
              </a:defRPr>
            </a:lvl3pPr>
            <a:lvl4pPr marL="1257300" indent="-182563">
              <a:buClr>
                <a:schemeClr val="accent2"/>
              </a:buClr>
              <a:defRPr sz="24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grpSp>
        <p:nvGrpSpPr>
          <p:cNvPr id="21" name="Groupe 20">
            <a:extLst>
              <a:ext uri="{FF2B5EF4-FFF2-40B4-BE49-F238E27FC236}">
                <a16:creationId xmlns:a16="http://schemas.microsoft.com/office/drawing/2014/main" id="{FFCE55B5-C630-485E-87E2-D103C9C0414D}"/>
              </a:ext>
            </a:extLst>
          </p:cNvPr>
          <p:cNvGrpSpPr/>
          <p:nvPr/>
        </p:nvGrpSpPr>
        <p:grpSpPr>
          <a:xfrm>
            <a:off x="0" y="0"/>
            <a:ext cx="529771" cy="529771"/>
            <a:chOff x="11074400" y="0"/>
            <a:chExt cx="1117600" cy="1117600"/>
          </a:xfrm>
        </p:grpSpPr>
        <p:sp>
          <p:nvSpPr>
            <p:cNvPr id="22" name="Rectangle 21">
              <a:extLst>
                <a:ext uri="{FF2B5EF4-FFF2-40B4-BE49-F238E27FC236}">
                  <a16:creationId xmlns:a16="http://schemas.microsoft.com/office/drawing/2014/main" id="{64018DA8-4B08-4127-9725-0E465920FE6F}"/>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oupe 24">
              <a:extLst>
                <a:ext uri="{FF2B5EF4-FFF2-40B4-BE49-F238E27FC236}">
                  <a16:creationId xmlns:a16="http://schemas.microsoft.com/office/drawing/2014/main" id="{DE5FD25A-27E7-4B25-8651-B76518EE1B7B}"/>
                </a:ext>
              </a:extLst>
            </p:cNvPr>
            <p:cNvGrpSpPr/>
            <p:nvPr/>
          </p:nvGrpSpPr>
          <p:grpSpPr>
            <a:xfrm>
              <a:off x="11399441" y="306062"/>
              <a:ext cx="467518" cy="505476"/>
              <a:chOff x="4490465" y="1248006"/>
              <a:chExt cx="1388907" cy="1501671"/>
            </a:xfrm>
          </p:grpSpPr>
          <p:sp>
            <p:nvSpPr>
              <p:cNvPr id="36" name="Forme libre : forme 35">
                <a:extLst>
                  <a:ext uri="{FF2B5EF4-FFF2-40B4-BE49-F238E27FC236}">
                    <a16:creationId xmlns:a16="http://schemas.microsoft.com/office/drawing/2014/main" id="{05063EEE-46C3-46AC-9D0F-3F829AC9E3C1}"/>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37" name="Forme libre : forme 36">
                <a:extLst>
                  <a:ext uri="{FF2B5EF4-FFF2-40B4-BE49-F238E27FC236}">
                    <a16:creationId xmlns:a16="http://schemas.microsoft.com/office/drawing/2014/main" id="{395A5807-19CA-491C-B254-09E594E2DF4E}"/>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Tree>
    <p:extLst>
      <p:ext uri="{BB962C8B-B14F-4D97-AF65-F5344CB8AC3E}">
        <p14:creationId xmlns:p14="http://schemas.microsoft.com/office/powerpoint/2010/main" val="316137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onnes">
    <p:bg>
      <p:bgPr>
        <a:solidFill>
          <a:schemeClr val="bg1"/>
        </a:solidFill>
        <a:effectLst/>
      </p:bgPr>
    </p:bg>
    <p:spTree>
      <p:nvGrpSpPr>
        <p:cNvPr id="1" name=""/>
        <p:cNvGrpSpPr/>
        <p:nvPr/>
      </p:nvGrpSpPr>
      <p:grpSpPr>
        <a:xfrm>
          <a:off x="0" y="0"/>
          <a:ext cx="0" cy="0"/>
          <a:chOff x="0" y="0"/>
          <a:chExt cx="0" cy="0"/>
        </a:xfrm>
      </p:grpSpPr>
      <p:sp>
        <p:nvSpPr>
          <p:cNvPr id="42" name="Cadre 41">
            <a:extLst>
              <a:ext uri="{FF2B5EF4-FFF2-40B4-BE49-F238E27FC236}">
                <a16:creationId xmlns:a16="http://schemas.microsoft.com/office/drawing/2014/main" id="{1B71244D-D057-4D3C-829E-0FF738D9563A}"/>
              </a:ext>
            </a:extLst>
          </p:cNvPr>
          <p:cNvSpPr/>
          <p:nvPr/>
        </p:nvSpPr>
        <p:spPr>
          <a:xfrm>
            <a:off x="529771" y="0"/>
            <a:ext cx="11662228" cy="6858000"/>
          </a:xfrm>
          <a:prstGeom prst="frame">
            <a:avLst>
              <a:gd name="adj1" fmla="val 772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75340B25-816E-44AE-8317-01D76778020A}" type="slidenum">
              <a:rPr lang="en-US" smtClean="0"/>
              <a:t>‹#›</a:t>
            </a:fld>
            <a:endParaRPr lang="en-US"/>
          </a:p>
        </p:txBody>
      </p:sp>
      <p:sp>
        <p:nvSpPr>
          <p:cNvPr id="27" name="Forme libre : forme 26">
            <a:extLst>
              <a:ext uri="{FF2B5EF4-FFF2-40B4-BE49-F238E27FC236}">
                <a16:creationId xmlns:a16="http://schemas.microsoft.com/office/drawing/2014/main" id="{94815891-2690-40C3-BCAC-3E552E4F9C91}"/>
              </a:ext>
            </a:extLst>
          </p:cNvPr>
          <p:cNvSpPr/>
          <p:nvPr/>
        </p:nvSpPr>
        <p:spPr>
          <a:xfrm>
            <a:off x="1428253"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sp>
        <p:nvSpPr>
          <p:cNvPr id="28" name="Titre 2">
            <a:extLst>
              <a:ext uri="{FF2B5EF4-FFF2-40B4-BE49-F238E27FC236}">
                <a16:creationId xmlns:a16="http://schemas.microsoft.com/office/drawing/2014/main" id="{F133F4D0-61A9-4799-B01B-6C465CEB56BF}"/>
              </a:ext>
            </a:extLst>
          </p:cNvPr>
          <p:cNvSpPr>
            <a:spLocks noGrp="1"/>
          </p:cNvSpPr>
          <p:nvPr>
            <p:ph type="title" hasCustomPrompt="1"/>
          </p:nvPr>
        </p:nvSpPr>
        <p:spPr>
          <a:xfrm>
            <a:off x="1767048" y="943746"/>
            <a:ext cx="9320049" cy="680418"/>
          </a:xfrm>
          <a:prstGeom prst="rect">
            <a:avLst/>
          </a:prstGeom>
        </p:spPr>
        <p:txBody>
          <a:bodyPr lIns="0" tIns="0" rIns="0" bIns="0" anchor="t"/>
          <a:lstStyle>
            <a:lvl1pPr>
              <a:defRPr cap="all" baseline="0">
                <a:latin typeface="AlternateGothicEF-NoTwo"/>
              </a:defRPr>
            </a:lvl1pPr>
          </a:lstStyle>
          <a:p>
            <a:r>
              <a:rPr lang="fr-FR"/>
              <a:t>TITRE</a:t>
            </a:r>
          </a:p>
        </p:txBody>
      </p:sp>
      <p:sp>
        <p:nvSpPr>
          <p:cNvPr id="29" name="Espace réservé du texte 3">
            <a:extLst>
              <a:ext uri="{FF2B5EF4-FFF2-40B4-BE49-F238E27FC236}">
                <a16:creationId xmlns:a16="http://schemas.microsoft.com/office/drawing/2014/main" id="{D3A5CE7E-ECA1-4069-A8E2-472260C48279}"/>
              </a:ext>
            </a:extLst>
          </p:cNvPr>
          <p:cNvSpPr>
            <a:spLocks noGrp="1"/>
          </p:cNvSpPr>
          <p:nvPr>
            <p:ph type="body" sz="quarter" idx="11" hasCustomPrompt="1"/>
          </p:nvPr>
        </p:nvSpPr>
        <p:spPr>
          <a:xfrm>
            <a:off x="1767048" y="1885950"/>
            <a:ext cx="2588929" cy="4141787"/>
          </a:xfrm>
          <a:prstGeom prst="rect">
            <a:avLst/>
          </a:prstGeom>
        </p:spPr>
        <p:txBody>
          <a:bodyPr lIns="0" tIns="0" rIns="0" bIns="0">
            <a:normAutofit/>
          </a:bodyPr>
          <a:lstStyle>
            <a:lvl1pPr marL="0" indent="0">
              <a:buNone/>
              <a:defRPr sz="2000">
                <a:latin typeface="Calibri Light" panose="02000503040000020004" pitchFamily="50" charset="0"/>
              </a:defRPr>
            </a:lvl1pPr>
            <a:lvl2pPr marL="450850" indent="-180975">
              <a:buClr>
                <a:schemeClr val="accent2"/>
              </a:buClr>
              <a:defRPr sz="2000">
                <a:latin typeface="Calibri Light" panose="02000503040000020004" pitchFamily="50" charset="0"/>
              </a:defRPr>
            </a:lvl2pPr>
            <a:lvl3pPr marL="804863" indent="-180975">
              <a:buClr>
                <a:schemeClr val="accent2"/>
              </a:buClr>
              <a:defRPr sz="2000">
                <a:latin typeface="Calibri Light" panose="02000503040000020004" pitchFamily="50" charset="0"/>
              </a:defRPr>
            </a:lvl3pPr>
            <a:lvl4pPr marL="1257300" indent="-182563">
              <a:buClr>
                <a:schemeClr val="accent2"/>
              </a:buClr>
              <a:defRPr sz="20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grpSp>
        <p:nvGrpSpPr>
          <p:cNvPr id="59" name="Groupe 58">
            <a:extLst>
              <a:ext uri="{FF2B5EF4-FFF2-40B4-BE49-F238E27FC236}">
                <a16:creationId xmlns:a16="http://schemas.microsoft.com/office/drawing/2014/main" id="{C39D6F46-47D5-4AD6-825B-7171F9FD0CBF}"/>
              </a:ext>
            </a:extLst>
          </p:cNvPr>
          <p:cNvGrpSpPr/>
          <p:nvPr/>
        </p:nvGrpSpPr>
        <p:grpSpPr>
          <a:xfrm>
            <a:off x="4726025" y="1885949"/>
            <a:ext cx="3371812" cy="4141787"/>
            <a:chOff x="4726025" y="4559300"/>
            <a:chExt cx="3371812" cy="628650"/>
          </a:xfrm>
        </p:grpSpPr>
        <p:cxnSp>
          <p:nvCxnSpPr>
            <p:cNvPr id="60" name="Connecteur droit 59">
              <a:extLst>
                <a:ext uri="{FF2B5EF4-FFF2-40B4-BE49-F238E27FC236}">
                  <a16:creationId xmlns:a16="http://schemas.microsoft.com/office/drawing/2014/main" id="{AE4AB93F-DE5B-4C07-8510-FE9D2707D3EE}"/>
                </a:ext>
              </a:extLst>
            </p:cNvPr>
            <p:cNvCxnSpPr>
              <a:cxnSpLocks/>
            </p:cNvCxnSpPr>
            <p:nvPr/>
          </p:nvCxnSpPr>
          <p:spPr>
            <a:xfrm>
              <a:off x="4726025" y="4559300"/>
              <a:ext cx="0" cy="628650"/>
            </a:xfrm>
            <a:prstGeom prst="line">
              <a:avLst/>
            </a:prstGeom>
            <a:ln>
              <a:solidFill>
                <a:schemeClr val="accent4">
                  <a:alpha val="23000"/>
                </a:schemeClr>
              </a:solidFill>
            </a:ln>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CCFA8381-AC81-4BFB-96B9-9A372D398E16}"/>
                </a:ext>
              </a:extLst>
            </p:cNvPr>
            <p:cNvCxnSpPr>
              <a:cxnSpLocks/>
            </p:cNvCxnSpPr>
            <p:nvPr/>
          </p:nvCxnSpPr>
          <p:spPr>
            <a:xfrm>
              <a:off x="8097837" y="4559300"/>
              <a:ext cx="0" cy="628650"/>
            </a:xfrm>
            <a:prstGeom prst="line">
              <a:avLst/>
            </a:prstGeom>
            <a:ln>
              <a:solidFill>
                <a:schemeClr val="accent4">
                  <a:alpha val="23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e 24">
            <a:extLst>
              <a:ext uri="{FF2B5EF4-FFF2-40B4-BE49-F238E27FC236}">
                <a16:creationId xmlns:a16="http://schemas.microsoft.com/office/drawing/2014/main" id="{2FAF8800-72C6-443A-8A50-5CBE647FAB21}"/>
              </a:ext>
            </a:extLst>
          </p:cNvPr>
          <p:cNvGrpSpPr/>
          <p:nvPr/>
        </p:nvGrpSpPr>
        <p:grpSpPr>
          <a:xfrm>
            <a:off x="0" y="0"/>
            <a:ext cx="529771" cy="529771"/>
            <a:chOff x="11074400" y="0"/>
            <a:chExt cx="1117600" cy="1117600"/>
          </a:xfrm>
        </p:grpSpPr>
        <p:sp>
          <p:nvSpPr>
            <p:cNvPr id="36" name="Rectangle 35">
              <a:extLst>
                <a:ext uri="{FF2B5EF4-FFF2-40B4-BE49-F238E27FC236}">
                  <a16:creationId xmlns:a16="http://schemas.microsoft.com/office/drawing/2014/main" id="{839850BD-7581-471D-A122-5EDF1B7D7095}"/>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7" name="Groupe 36">
              <a:extLst>
                <a:ext uri="{FF2B5EF4-FFF2-40B4-BE49-F238E27FC236}">
                  <a16:creationId xmlns:a16="http://schemas.microsoft.com/office/drawing/2014/main" id="{F4876567-803C-4C32-BD77-FED18BAADC1C}"/>
                </a:ext>
              </a:extLst>
            </p:cNvPr>
            <p:cNvGrpSpPr/>
            <p:nvPr/>
          </p:nvGrpSpPr>
          <p:grpSpPr>
            <a:xfrm>
              <a:off x="11399441" y="306062"/>
              <a:ext cx="467518" cy="505476"/>
              <a:chOff x="4490465" y="1248006"/>
              <a:chExt cx="1388907" cy="1501671"/>
            </a:xfrm>
          </p:grpSpPr>
          <p:sp>
            <p:nvSpPr>
              <p:cNvPr id="38" name="Forme libre : forme 37">
                <a:extLst>
                  <a:ext uri="{FF2B5EF4-FFF2-40B4-BE49-F238E27FC236}">
                    <a16:creationId xmlns:a16="http://schemas.microsoft.com/office/drawing/2014/main" id="{8CAD1AA2-AFD8-47BD-B916-C824BA68E2D8}"/>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39" name="Forme libre : forme 38">
                <a:extLst>
                  <a:ext uri="{FF2B5EF4-FFF2-40B4-BE49-F238E27FC236}">
                    <a16:creationId xmlns:a16="http://schemas.microsoft.com/office/drawing/2014/main" id="{A9350261-86FB-4215-A475-B17E5F29D5C8}"/>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
        <p:nvSpPr>
          <p:cNvPr id="40" name="Espace réservé du texte 3">
            <a:extLst>
              <a:ext uri="{FF2B5EF4-FFF2-40B4-BE49-F238E27FC236}">
                <a16:creationId xmlns:a16="http://schemas.microsoft.com/office/drawing/2014/main" id="{C2B5F4E4-085C-45BB-B9EA-1E70E349A615}"/>
              </a:ext>
            </a:extLst>
          </p:cNvPr>
          <p:cNvSpPr>
            <a:spLocks noGrp="1"/>
          </p:cNvSpPr>
          <p:nvPr>
            <p:ph type="body" sz="quarter" idx="21" hasCustomPrompt="1"/>
          </p:nvPr>
        </p:nvSpPr>
        <p:spPr>
          <a:xfrm>
            <a:off x="5156372" y="1885950"/>
            <a:ext cx="2588929" cy="4141785"/>
          </a:xfrm>
          <a:prstGeom prst="rect">
            <a:avLst/>
          </a:prstGeom>
        </p:spPr>
        <p:txBody>
          <a:bodyPr lIns="0" tIns="0" rIns="0" bIns="0">
            <a:normAutofit/>
          </a:bodyPr>
          <a:lstStyle>
            <a:lvl1pPr marL="0" indent="0">
              <a:buNone/>
              <a:defRPr sz="2000">
                <a:latin typeface="Calibri Light" panose="02000503040000020004" pitchFamily="50" charset="0"/>
              </a:defRPr>
            </a:lvl1pPr>
            <a:lvl2pPr marL="450850" indent="-180975">
              <a:buClr>
                <a:schemeClr val="accent2"/>
              </a:buClr>
              <a:defRPr sz="2000">
                <a:latin typeface="Calibri Light" panose="02000503040000020004" pitchFamily="50" charset="0"/>
              </a:defRPr>
            </a:lvl2pPr>
            <a:lvl3pPr marL="804863" indent="-180975">
              <a:buClr>
                <a:schemeClr val="accent2"/>
              </a:buClr>
              <a:defRPr sz="2000">
                <a:latin typeface="Calibri Light" panose="02000503040000020004" pitchFamily="50" charset="0"/>
              </a:defRPr>
            </a:lvl3pPr>
            <a:lvl4pPr marL="1257300" indent="-182563">
              <a:buClr>
                <a:schemeClr val="accent2"/>
              </a:buClr>
              <a:defRPr sz="20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sp>
        <p:nvSpPr>
          <p:cNvPr id="41" name="Espace réservé du texte 3">
            <a:extLst>
              <a:ext uri="{FF2B5EF4-FFF2-40B4-BE49-F238E27FC236}">
                <a16:creationId xmlns:a16="http://schemas.microsoft.com/office/drawing/2014/main" id="{E0DF161C-E8E2-4458-9758-3DA33259A3B8}"/>
              </a:ext>
            </a:extLst>
          </p:cNvPr>
          <p:cNvSpPr>
            <a:spLocks noGrp="1"/>
          </p:cNvSpPr>
          <p:nvPr>
            <p:ph type="body" sz="quarter" idx="22" hasCustomPrompt="1"/>
          </p:nvPr>
        </p:nvSpPr>
        <p:spPr>
          <a:xfrm>
            <a:off x="8502410" y="1885950"/>
            <a:ext cx="2588929" cy="4141785"/>
          </a:xfrm>
          <a:prstGeom prst="rect">
            <a:avLst/>
          </a:prstGeom>
        </p:spPr>
        <p:txBody>
          <a:bodyPr lIns="0" tIns="0" rIns="0" bIns="0">
            <a:normAutofit/>
          </a:bodyPr>
          <a:lstStyle>
            <a:lvl1pPr marL="0" indent="0">
              <a:buNone/>
              <a:defRPr sz="2000">
                <a:latin typeface="Calibri Light" panose="02000503040000020004" pitchFamily="50" charset="0"/>
              </a:defRPr>
            </a:lvl1pPr>
            <a:lvl2pPr marL="450850" indent="-180975">
              <a:buClr>
                <a:schemeClr val="accent2"/>
              </a:buClr>
              <a:defRPr sz="2000">
                <a:latin typeface="Calibri Light" panose="02000503040000020004" pitchFamily="50" charset="0"/>
              </a:defRPr>
            </a:lvl2pPr>
            <a:lvl3pPr marL="804863" indent="-180975">
              <a:buClr>
                <a:schemeClr val="accent2"/>
              </a:buClr>
              <a:defRPr sz="2000">
                <a:latin typeface="Calibri Light" panose="02000503040000020004" pitchFamily="50" charset="0"/>
              </a:defRPr>
            </a:lvl3pPr>
            <a:lvl4pPr marL="1257300" indent="-182563">
              <a:buClr>
                <a:schemeClr val="accent2"/>
              </a:buClr>
              <a:defRPr sz="2000">
                <a:latin typeface="Calibri Light" panose="02000503040000020004" pitchFamily="50" charset="0"/>
              </a:defRPr>
            </a:lvl4pPr>
            <a:lvl5pPr>
              <a:defRPr>
                <a:latin typeface="Calibri Light" panose="02000503040000020004" pitchFamily="50" charset="0"/>
              </a:defRPr>
            </a:lvl5pPr>
          </a:lstStyle>
          <a:p>
            <a:pPr lvl="0"/>
            <a:r>
              <a:rPr lang="fr-FR" dirty="0"/>
              <a:t>Texte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3623946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D0D34A3-62BF-7758-AE60-71C6E85B88DF}"/>
              </a:ext>
            </a:extLst>
          </p:cNvPr>
          <p:cNvSpPr>
            <a:spLocks noGrp="1"/>
          </p:cNvSpPr>
          <p:nvPr>
            <p:ph type="dt" sz="half" idx="10"/>
          </p:nvPr>
        </p:nvSpPr>
        <p:spPr/>
        <p:txBody>
          <a:bodyPr/>
          <a:lstStyle/>
          <a:p>
            <a:fld id="{EADFD869-AB21-427E-90AE-C83A20AFBA22}" type="datetimeFigureOut">
              <a:rPr lang="en-US" smtClean="0"/>
              <a:t>11/14/2025</a:t>
            </a:fld>
            <a:endParaRPr lang="en-US"/>
          </a:p>
        </p:txBody>
      </p:sp>
      <p:sp>
        <p:nvSpPr>
          <p:cNvPr id="5" name="Footer Placeholder 4">
            <a:extLst>
              <a:ext uri="{FF2B5EF4-FFF2-40B4-BE49-F238E27FC236}">
                <a16:creationId xmlns:a16="http://schemas.microsoft.com/office/drawing/2014/main" id="{A1BD26CA-0331-0D8A-EFD6-79A277EBA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2CD375-73B6-0E05-B7ED-FAAABCEF35E1}"/>
              </a:ext>
            </a:extLst>
          </p:cNvPr>
          <p:cNvSpPr>
            <a:spLocks noGrp="1"/>
          </p:cNvSpPr>
          <p:nvPr>
            <p:ph type="sldNum" sz="quarter" idx="12"/>
          </p:nvPr>
        </p:nvSpPr>
        <p:spPr/>
        <p:txBody>
          <a:bodyPr/>
          <a:lstStyle/>
          <a:p>
            <a:fld id="{75340B25-816E-44AE-8317-01D76778020A}" type="slidenum">
              <a:rPr lang="en-US" smtClean="0"/>
              <a:t>‹#›</a:t>
            </a:fld>
            <a:endParaRPr lang="en-US"/>
          </a:p>
        </p:txBody>
      </p:sp>
      <p:sp>
        <p:nvSpPr>
          <p:cNvPr id="9" name="Espace réservé du texte 16">
            <a:extLst>
              <a:ext uri="{FF2B5EF4-FFF2-40B4-BE49-F238E27FC236}">
                <a16:creationId xmlns:a16="http://schemas.microsoft.com/office/drawing/2014/main" id="{3B2DA38E-4AB3-A42D-77B0-9523BF2F5A47}"/>
              </a:ext>
            </a:extLst>
          </p:cNvPr>
          <p:cNvSpPr>
            <a:spLocks noGrp="1"/>
          </p:cNvSpPr>
          <p:nvPr>
            <p:ph type="body" sz="quarter" idx="13" hasCustomPrompt="1"/>
          </p:nvPr>
        </p:nvSpPr>
        <p:spPr>
          <a:xfrm>
            <a:off x="1897063" y="4409493"/>
            <a:ext cx="8469312" cy="1419808"/>
          </a:xfrm>
          <a:prstGeom prst="rect">
            <a:avLst/>
          </a:prstGeom>
        </p:spPr>
        <p:txBody>
          <a:bodyPr>
            <a:normAutofit/>
          </a:bodyPr>
          <a:lstStyle>
            <a:lvl1pPr marL="0" indent="0" algn="ctr">
              <a:buNone/>
              <a:defRPr sz="6000" cap="all" baseline="0">
                <a:solidFill>
                  <a:srgbClr val="305174"/>
                </a:solidFill>
                <a:latin typeface="AlternateGothicEF-NoTwo"/>
              </a:defRPr>
            </a:lvl1pPr>
          </a:lstStyle>
          <a:p>
            <a:pPr lvl="0"/>
            <a:r>
              <a:rPr lang="fr-FR"/>
              <a:t>TITRE</a:t>
            </a:r>
          </a:p>
        </p:txBody>
      </p:sp>
      <p:sp>
        <p:nvSpPr>
          <p:cNvPr id="38" name="Rectangle 37">
            <a:extLst>
              <a:ext uri="{FF2B5EF4-FFF2-40B4-BE49-F238E27FC236}">
                <a16:creationId xmlns:a16="http://schemas.microsoft.com/office/drawing/2014/main" id="{90573A2B-CFCC-C6BA-7D01-CA7219066A60}"/>
              </a:ext>
            </a:extLst>
          </p:cNvPr>
          <p:cNvSpPr/>
          <p:nvPr userDrawn="1"/>
        </p:nvSpPr>
        <p:spPr>
          <a:xfrm>
            <a:off x="8620" y="-81160"/>
            <a:ext cx="12192001" cy="3427977"/>
          </a:xfrm>
          <a:prstGeom prst="rect">
            <a:avLst/>
          </a:prstGeom>
          <a:solidFill>
            <a:srgbClr val="685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Groupe 64">
            <a:extLst>
              <a:ext uri="{FF2B5EF4-FFF2-40B4-BE49-F238E27FC236}">
                <a16:creationId xmlns:a16="http://schemas.microsoft.com/office/drawing/2014/main" id="{A99EA221-3A8F-47D5-0EFD-0E39B497B755}"/>
              </a:ext>
            </a:extLst>
          </p:cNvPr>
          <p:cNvGrpSpPr/>
          <p:nvPr userDrawn="1"/>
        </p:nvGrpSpPr>
        <p:grpSpPr>
          <a:xfrm>
            <a:off x="5493544" y="2972167"/>
            <a:ext cx="1276350" cy="1276350"/>
            <a:chOff x="5036457" y="2369457"/>
            <a:chExt cx="2119086" cy="2119086"/>
          </a:xfrm>
        </p:grpSpPr>
        <p:sp>
          <p:nvSpPr>
            <p:cNvPr id="11" name="Rectangle 10">
              <a:extLst>
                <a:ext uri="{FF2B5EF4-FFF2-40B4-BE49-F238E27FC236}">
                  <a16:creationId xmlns:a16="http://schemas.microsoft.com/office/drawing/2014/main" id="{C8FA8D4A-F747-9007-6DF7-974F1AE24345}"/>
                </a:ext>
              </a:extLst>
            </p:cNvPr>
            <p:cNvSpPr/>
            <p:nvPr/>
          </p:nvSpPr>
          <p:spPr>
            <a:xfrm>
              <a:off x="5036457" y="2369457"/>
              <a:ext cx="2119086" cy="21190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raphique 46">
              <a:extLst>
                <a:ext uri="{FF2B5EF4-FFF2-40B4-BE49-F238E27FC236}">
                  <a16:creationId xmlns:a16="http://schemas.microsoft.com/office/drawing/2014/main" id="{4BF917E4-1A16-B420-2164-9BC5AFA5594B}"/>
                </a:ext>
              </a:extLst>
            </p:cNvPr>
            <p:cNvGrpSpPr/>
            <p:nvPr/>
          </p:nvGrpSpPr>
          <p:grpSpPr>
            <a:xfrm>
              <a:off x="5302291" y="2818130"/>
              <a:ext cx="1587473" cy="1222343"/>
              <a:chOff x="3262215" y="1248006"/>
              <a:chExt cx="5667764" cy="4364135"/>
            </a:xfrm>
            <a:solidFill>
              <a:schemeClr val="bg1"/>
            </a:solidFill>
          </p:grpSpPr>
          <p:sp>
            <p:nvSpPr>
              <p:cNvPr id="13" name="Forme libre : forme 67">
                <a:extLst>
                  <a:ext uri="{FF2B5EF4-FFF2-40B4-BE49-F238E27FC236}">
                    <a16:creationId xmlns:a16="http://schemas.microsoft.com/office/drawing/2014/main" id="{6BAA8B4B-B7A7-DC5B-A540-C52D3853DB4D}"/>
                  </a:ext>
                </a:extLst>
              </p:cNvPr>
              <p:cNvSpPr/>
              <p:nvPr/>
            </p:nvSpPr>
            <p:spPr>
              <a:xfrm>
                <a:off x="6721506" y="3236245"/>
                <a:ext cx="840867" cy="952345"/>
              </a:xfrm>
              <a:custGeom>
                <a:avLst/>
                <a:gdLst>
                  <a:gd name="connsiteX0" fmla="*/ 235431 w 840867"/>
                  <a:gd name="connsiteY0" fmla="*/ 386834 h 952345"/>
                  <a:gd name="connsiteX1" fmla="*/ 235431 w 840867"/>
                  <a:gd name="connsiteY1" fmla="*/ 424934 h 952345"/>
                  <a:gd name="connsiteX2" fmla="*/ 235431 w 840867"/>
                  <a:gd name="connsiteY2" fmla="*/ 893088 h 952345"/>
                  <a:gd name="connsiteX3" fmla="*/ 175232 w 840867"/>
                  <a:gd name="connsiteY3" fmla="*/ 951762 h 952345"/>
                  <a:gd name="connsiteX4" fmla="*/ 33215 w 840867"/>
                  <a:gd name="connsiteY4" fmla="*/ 951762 h 952345"/>
                  <a:gd name="connsiteX5" fmla="*/ -2313 w 840867"/>
                  <a:gd name="connsiteY5" fmla="*/ 915281 h 952345"/>
                  <a:gd name="connsiteX6" fmla="*/ -2313 w 840867"/>
                  <a:gd name="connsiteY6" fmla="*/ 38981 h 952345"/>
                  <a:gd name="connsiteX7" fmla="*/ 38836 w 840867"/>
                  <a:gd name="connsiteY7" fmla="*/ -357 h 952345"/>
                  <a:gd name="connsiteX8" fmla="*/ 212763 w 840867"/>
                  <a:gd name="connsiteY8" fmla="*/ -357 h 952345"/>
                  <a:gd name="connsiteX9" fmla="*/ 287723 w 840867"/>
                  <a:gd name="connsiteY9" fmla="*/ 41934 h 952345"/>
                  <a:gd name="connsiteX10" fmla="*/ 572427 w 840867"/>
                  <a:gd name="connsiteY10" fmla="*/ 503516 h 952345"/>
                  <a:gd name="connsiteX11" fmla="*/ 598811 w 840867"/>
                  <a:gd name="connsiteY11" fmla="*/ 544568 h 952345"/>
                  <a:gd name="connsiteX12" fmla="*/ 600906 w 840867"/>
                  <a:gd name="connsiteY12" fmla="*/ 503896 h 952345"/>
                  <a:gd name="connsiteX13" fmla="*/ 600906 w 840867"/>
                  <a:gd name="connsiteY13" fmla="*/ 57079 h 952345"/>
                  <a:gd name="connsiteX14" fmla="*/ 659484 w 840867"/>
                  <a:gd name="connsiteY14" fmla="*/ -71 h 952345"/>
                  <a:gd name="connsiteX15" fmla="*/ 794357 w 840867"/>
                  <a:gd name="connsiteY15" fmla="*/ -71 h 952345"/>
                  <a:gd name="connsiteX16" fmla="*/ 838555 w 840867"/>
                  <a:gd name="connsiteY16" fmla="*/ 44887 h 952345"/>
                  <a:gd name="connsiteX17" fmla="*/ 838555 w 840867"/>
                  <a:gd name="connsiteY17" fmla="*/ 910233 h 952345"/>
                  <a:gd name="connsiteX18" fmla="*/ 796646 w 840867"/>
                  <a:gd name="connsiteY18" fmla="*/ 951857 h 952345"/>
                  <a:gd name="connsiteX19" fmla="*/ 636911 w 840867"/>
                  <a:gd name="connsiteY19" fmla="*/ 951857 h 952345"/>
                  <a:gd name="connsiteX20" fmla="*/ 565092 w 840867"/>
                  <a:gd name="connsiteY20" fmla="*/ 911090 h 952345"/>
                  <a:gd name="connsiteX21" fmla="*/ 268483 w 840867"/>
                  <a:gd name="connsiteY21" fmla="*/ 423601 h 952345"/>
                  <a:gd name="connsiteX22" fmla="*/ 244479 w 840867"/>
                  <a:gd name="connsiteY22" fmla="*/ 385501 h 95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40867" h="952345">
                    <a:moveTo>
                      <a:pt x="235431" y="386834"/>
                    </a:moveTo>
                    <a:lnTo>
                      <a:pt x="235431" y="424934"/>
                    </a:lnTo>
                    <a:cubicBezTo>
                      <a:pt x="235431" y="580954"/>
                      <a:pt x="235431" y="737002"/>
                      <a:pt x="235431" y="893088"/>
                    </a:cubicBezTo>
                    <a:cubicBezTo>
                      <a:pt x="235431" y="950714"/>
                      <a:pt x="234385" y="951667"/>
                      <a:pt x="175232" y="951762"/>
                    </a:cubicBezTo>
                    <a:cubicBezTo>
                      <a:pt x="127607" y="951762"/>
                      <a:pt x="80554" y="951191"/>
                      <a:pt x="33215" y="951762"/>
                    </a:cubicBezTo>
                    <a:cubicBezTo>
                      <a:pt x="7498" y="951762"/>
                      <a:pt x="-2313" y="940713"/>
                      <a:pt x="-2313" y="915281"/>
                    </a:cubicBezTo>
                    <a:cubicBezTo>
                      <a:pt x="-1931" y="623178"/>
                      <a:pt x="-1931" y="331084"/>
                      <a:pt x="-2313" y="38981"/>
                    </a:cubicBezTo>
                    <a:cubicBezTo>
                      <a:pt x="-2313" y="9549"/>
                      <a:pt x="10926" y="-738"/>
                      <a:pt x="38836" y="-357"/>
                    </a:cubicBezTo>
                    <a:cubicBezTo>
                      <a:pt x="96747" y="500"/>
                      <a:pt x="154850" y="1262"/>
                      <a:pt x="212763" y="-357"/>
                    </a:cubicBezTo>
                    <a:cubicBezTo>
                      <a:pt x="247814" y="-1500"/>
                      <a:pt x="269913" y="12692"/>
                      <a:pt x="287723" y="41934"/>
                    </a:cubicBezTo>
                    <a:cubicBezTo>
                      <a:pt x="381927" y="196239"/>
                      <a:pt x="477367" y="349782"/>
                      <a:pt x="572427" y="503516"/>
                    </a:cubicBezTo>
                    <a:cubicBezTo>
                      <a:pt x="579189" y="514469"/>
                      <a:pt x="586333" y="525232"/>
                      <a:pt x="598811" y="544568"/>
                    </a:cubicBezTo>
                    <a:cubicBezTo>
                      <a:pt x="599858" y="525518"/>
                      <a:pt x="600906" y="514469"/>
                      <a:pt x="600906" y="503896"/>
                    </a:cubicBezTo>
                    <a:cubicBezTo>
                      <a:pt x="600906" y="354925"/>
                      <a:pt x="600906" y="205983"/>
                      <a:pt x="600906" y="57079"/>
                    </a:cubicBezTo>
                    <a:cubicBezTo>
                      <a:pt x="600906" y="1548"/>
                      <a:pt x="602334" y="-71"/>
                      <a:pt x="659484" y="-71"/>
                    </a:cubicBezTo>
                    <a:cubicBezTo>
                      <a:pt x="704442" y="-71"/>
                      <a:pt x="749400" y="595"/>
                      <a:pt x="794357" y="-71"/>
                    </a:cubicBezTo>
                    <a:cubicBezTo>
                      <a:pt x="825981" y="-643"/>
                      <a:pt x="838650" y="13359"/>
                      <a:pt x="838555" y="44887"/>
                    </a:cubicBezTo>
                    <a:cubicBezTo>
                      <a:pt x="837983" y="333370"/>
                      <a:pt x="837983" y="621816"/>
                      <a:pt x="838555" y="910233"/>
                    </a:cubicBezTo>
                    <a:cubicBezTo>
                      <a:pt x="838555" y="940999"/>
                      <a:pt x="826839" y="952619"/>
                      <a:pt x="796646" y="951857"/>
                    </a:cubicBezTo>
                    <a:cubicBezTo>
                      <a:pt x="743400" y="950619"/>
                      <a:pt x="690059" y="950238"/>
                      <a:pt x="636911" y="951857"/>
                    </a:cubicBezTo>
                    <a:cubicBezTo>
                      <a:pt x="603288" y="953000"/>
                      <a:pt x="582238" y="939570"/>
                      <a:pt x="565092" y="911090"/>
                    </a:cubicBezTo>
                    <a:cubicBezTo>
                      <a:pt x="466889" y="748117"/>
                      <a:pt x="367449" y="586002"/>
                      <a:pt x="268483" y="423601"/>
                    </a:cubicBezTo>
                    <a:cubicBezTo>
                      <a:pt x="260578" y="410742"/>
                      <a:pt x="252481" y="397883"/>
                      <a:pt x="244479" y="385501"/>
                    </a:cubicBezTo>
                    <a:close/>
                  </a:path>
                </a:pathLst>
              </a:custGeom>
              <a:grpFill/>
              <a:ln w="9525" cap="flat">
                <a:noFill/>
                <a:prstDash val="solid"/>
                <a:miter/>
              </a:ln>
            </p:spPr>
            <p:txBody>
              <a:bodyPr rtlCol="0" anchor="ctr"/>
              <a:lstStyle/>
              <a:p>
                <a:endParaRPr lang="fr-FR"/>
              </a:p>
            </p:txBody>
          </p:sp>
          <p:sp>
            <p:nvSpPr>
              <p:cNvPr id="14" name="Forme libre : forme 68">
                <a:extLst>
                  <a:ext uri="{FF2B5EF4-FFF2-40B4-BE49-F238E27FC236}">
                    <a16:creationId xmlns:a16="http://schemas.microsoft.com/office/drawing/2014/main" id="{DCD5141A-7246-5F85-6D0B-865E915C8167}"/>
                  </a:ext>
                </a:extLst>
              </p:cNvPr>
              <p:cNvSpPr/>
              <p:nvPr/>
            </p:nvSpPr>
            <p:spPr>
              <a:xfrm>
                <a:off x="3262215" y="3236094"/>
                <a:ext cx="836341" cy="952688"/>
              </a:xfrm>
              <a:custGeom>
                <a:avLst/>
                <a:gdLst>
                  <a:gd name="connsiteX0" fmla="*/ -1930 w 836341"/>
                  <a:gd name="connsiteY0" fmla="*/ 476139 h 952688"/>
                  <a:gd name="connsiteX1" fmla="*/ -1930 w 836341"/>
                  <a:gd name="connsiteY1" fmla="*/ 46847 h 952688"/>
                  <a:gd name="connsiteX2" fmla="*/ 44837 w 836341"/>
                  <a:gd name="connsiteY2" fmla="*/ 270 h 952688"/>
                  <a:gd name="connsiteX3" fmla="*/ 410217 w 836341"/>
                  <a:gd name="connsiteY3" fmla="*/ 5890 h 952688"/>
                  <a:gd name="connsiteX4" fmla="*/ 833889 w 836341"/>
                  <a:gd name="connsiteY4" fmla="*/ 487854 h 952688"/>
                  <a:gd name="connsiteX5" fmla="*/ 389165 w 836341"/>
                  <a:gd name="connsiteY5" fmla="*/ 949245 h 952688"/>
                  <a:gd name="connsiteX6" fmla="*/ 34168 w 836341"/>
                  <a:gd name="connsiteY6" fmla="*/ 951817 h 952688"/>
                  <a:gd name="connsiteX7" fmla="*/ -2311 w 836341"/>
                  <a:gd name="connsiteY7" fmla="*/ 908955 h 952688"/>
                  <a:gd name="connsiteX8" fmla="*/ -1930 w 836341"/>
                  <a:gd name="connsiteY8" fmla="*/ 476139 h 952688"/>
                  <a:gd name="connsiteX9" fmla="*/ 248576 w 836341"/>
                  <a:gd name="connsiteY9" fmla="*/ 230679 h 952688"/>
                  <a:gd name="connsiteX10" fmla="*/ 248576 w 836341"/>
                  <a:gd name="connsiteY10" fmla="*/ 724265 h 952688"/>
                  <a:gd name="connsiteX11" fmla="*/ 350686 w 836341"/>
                  <a:gd name="connsiteY11" fmla="*/ 724265 h 952688"/>
                  <a:gd name="connsiteX12" fmla="*/ 586048 w 836341"/>
                  <a:gd name="connsiteY12" fmla="*/ 464871 h 952688"/>
                  <a:gd name="connsiteX13" fmla="*/ 562901 w 836341"/>
                  <a:gd name="connsiteY13" fmla="*/ 371840 h 952688"/>
                  <a:gd name="connsiteX14" fmla="*/ 248576 w 836341"/>
                  <a:gd name="connsiteY14" fmla="*/ 230679 h 95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6341" h="952688">
                    <a:moveTo>
                      <a:pt x="-1930" y="476139"/>
                    </a:moveTo>
                    <a:cubicBezTo>
                      <a:pt x="-1930" y="333007"/>
                      <a:pt x="-1930" y="189913"/>
                      <a:pt x="-1930" y="46847"/>
                    </a:cubicBezTo>
                    <a:cubicBezTo>
                      <a:pt x="-1930" y="4461"/>
                      <a:pt x="2261" y="-111"/>
                      <a:pt x="44837" y="270"/>
                    </a:cubicBezTo>
                    <a:cubicBezTo>
                      <a:pt x="166662" y="1318"/>
                      <a:pt x="289152" y="-4493"/>
                      <a:pt x="410217" y="5890"/>
                    </a:cubicBezTo>
                    <a:cubicBezTo>
                      <a:pt x="646245" y="26178"/>
                      <a:pt x="839984" y="251444"/>
                      <a:pt x="833889" y="487854"/>
                    </a:cubicBezTo>
                    <a:cubicBezTo>
                      <a:pt x="827792" y="728361"/>
                      <a:pt x="628625" y="937721"/>
                      <a:pt x="389165" y="949245"/>
                    </a:cubicBezTo>
                    <a:cubicBezTo>
                      <a:pt x="271056" y="954961"/>
                      <a:pt x="152470" y="950579"/>
                      <a:pt x="34168" y="951817"/>
                    </a:cubicBezTo>
                    <a:cubicBezTo>
                      <a:pt x="2642" y="951817"/>
                      <a:pt x="-2407" y="935244"/>
                      <a:pt x="-2311" y="908955"/>
                    </a:cubicBezTo>
                    <a:cubicBezTo>
                      <a:pt x="-1551" y="764651"/>
                      <a:pt x="-1930" y="620157"/>
                      <a:pt x="-1930" y="476139"/>
                    </a:cubicBezTo>
                    <a:close/>
                    <a:moveTo>
                      <a:pt x="248576" y="230679"/>
                    </a:moveTo>
                    <a:lnTo>
                      <a:pt x="248576" y="724265"/>
                    </a:lnTo>
                    <a:cubicBezTo>
                      <a:pt x="284676" y="724265"/>
                      <a:pt x="317727" y="726075"/>
                      <a:pt x="350686" y="724265"/>
                    </a:cubicBezTo>
                    <a:cubicBezTo>
                      <a:pt x="487273" y="717617"/>
                      <a:pt x="592620" y="601478"/>
                      <a:pt x="586048" y="464871"/>
                    </a:cubicBezTo>
                    <a:cubicBezTo>
                      <a:pt x="584427" y="432648"/>
                      <a:pt x="576619" y="401053"/>
                      <a:pt x="562901" y="371840"/>
                    </a:cubicBezTo>
                    <a:cubicBezTo>
                      <a:pt x="512704" y="259731"/>
                      <a:pt x="392404" y="205343"/>
                      <a:pt x="248576" y="230679"/>
                    </a:cubicBezTo>
                    <a:close/>
                  </a:path>
                </a:pathLst>
              </a:custGeom>
              <a:grpFill/>
              <a:ln w="9525" cap="flat">
                <a:noFill/>
                <a:prstDash val="solid"/>
                <a:miter/>
              </a:ln>
            </p:spPr>
            <p:txBody>
              <a:bodyPr rtlCol="0" anchor="ctr"/>
              <a:lstStyle/>
              <a:p>
                <a:endParaRPr lang="fr-FR"/>
              </a:p>
            </p:txBody>
          </p:sp>
          <p:sp>
            <p:nvSpPr>
              <p:cNvPr id="15" name="Forme libre : forme 69">
                <a:extLst>
                  <a:ext uri="{FF2B5EF4-FFF2-40B4-BE49-F238E27FC236}">
                    <a16:creationId xmlns:a16="http://schemas.microsoft.com/office/drawing/2014/main" id="{FA06CD42-EB91-B7C5-BB47-0B34F5A3494F}"/>
                  </a:ext>
                </a:extLst>
              </p:cNvPr>
              <p:cNvSpPr/>
              <p:nvPr/>
            </p:nvSpPr>
            <p:spPr>
              <a:xfrm>
                <a:off x="4243348" y="3236308"/>
                <a:ext cx="708348" cy="951643"/>
              </a:xfrm>
              <a:custGeom>
                <a:avLst/>
                <a:gdLst>
                  <a:gd name="connsiteX0" fmla="*/ 246995 w 708348"/>
                  <a:gd name="connsiteY0" fmla="*/ 569556 h 951643"/>
                  <a:gd name="connsiteX1" fmla="*/ 246995 w 708348"/>
                  <a:gd name="connsiteY1" fmla="*/ 733195 h 951643"/>
                  <a:gd name="connsiteX2" fmla="*/ 652570 w 708348"/>
                  <a:gd name="connsiteY2" fmla="*/ 733195 h 951643"/>
                  <a:gd name="connsiteX3" fmla="*/ 706004 w 708348"/>
                  <a:gd name="connsiteY3" fmla="*/ 788059 h 951643"/>
                  <a:gd name="connsiteX4" fmla="*/ 706004 w 708348"/>
                  <a:gd name="connsiteY4" fmla="*/ 911884 h 951643"/>
                  <a:gd name="connsiteX5" fmla="*/ 669144 w 708348"/>
                  <a:gd name="connsiteY5" fmla="*/ 951223 h 951643"/>
                  <a:gd name="connsiteX6" fmla="*/ 33636 w 708348"/>
                  <a:gd name="connsiteY6" fmla="*/ 951223 h 951643"/>
                  <a:gd name="connsiteX7" fmla="*/ -2273 w 708348"/>
                  <a:gd name="connsiteY7" fmla="*/ 903598 h 951643"/>
                  <a:gd name="connsiteX8" fmla="*/ -2273 w 708348"/>
                  <a:gd name="connsiteY8" fmla="*/ 133787 h 951643"/>
                  <a:gd name="connsiteX9" fmla="*/ -2273 w 708348"/>
                  <a:gd name="connsiteY9" fmla="*/ 38537 h 951643"/>
                  <a:gd name="connsiteX10" fmla="*/ 35255 w 708348"/>
                  <a:gd name="connsiteY10" fmla="*/ -421 h 951643"/>
                  <a:gd name="connsiteX11" fmla="*/ 656570 w 708348"/>
                  <a:gd name="connsiteY11" fmla="*/ -421 h 951643"/>
                  <a:gd name="connsiteX12" fmla="*/ 692575 w 708348"/>
                  <a:gd name="connsiteY12" fmla="*/ 35870 h 951643"/>
                  <a:gd name="connsiteX13" fmla="*/ 692575 w 708348"/>
                  <a:gd name="connsiteY13" fmla="*/ 170649 h 951643"/>
                  <a:gd name="connsiteX14" fmla="*/ 644950 w 708348"/>
                  <a:gd name="connsiteY14" fmla="*/ 219321 h 951643"/>
                  <a:gd name="connsiteX15" fmla="*/ 286428 w 708348"/>
                  <a:gd name="connsiteY15" fmla="*/ 219321 h 951643"/>
                  <a:gd name="connsiteX16" fmla="*/ 246995 w 708348"/>
                  <a:gd name="connsiteY16" fmla="*/ 221131 h 951643"/>
                  <a:gd name="connsiteX17" fmla="*/ 246995 w 708348"/>
                  <a:gd name="connsiteY17" fmla="*/ 377055 h 951643"/>
                  <a:gd name="connsiteX18" fmla="*/ 284428 w 708348"/>
                  <a:gd name="connsiteY18" fmla="*/ 379056 h 951643"/>
                  <a:gd name="connsiteX19" fmla="*/ 551128 w 708348"/>
                  <a:gd name="connsiteY19" fmla="*/ 379056 h 951643"/>
                  <a:gd name="connsiteX20" fmla="*/ 595420 w 708348"/>
                  <a:gd name="connsiteY20" fmla="*/ 422013 h 951643"/>
                  <a:gd name="connsiteX21" fmla="*/ 595420 w 708348"/>
                  <a:gd name="connsiteY21" fmla="*/ 528312 h 951643"/>
                  <a:gd name="connsiteX22" fmla="*/ 555509 w 708348"/>
                  <a:gd name="connsiteY22" fmla="*/ 567746 h 951643"/>
                  <a:gd name="connsiteX23" fmla="*/ 285667 w 708348"/>
                  <a:gd name="connsiteY23" fmla="*/ 567746 h 951643"/>
                  <a:gd name="connsiteX24" fmla="*/ 246995 w 708348"/>
                  <a:gd name="connsiteY24" fmla="*/ 569556 h 95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08348" h="951643">
                    <a:moveTo>
                      <a:pt x="246995" y="569556"/>
                    </a:moveTo>
                    <a:lnTo>
                      <a:pt x="246995" y="733195"/>
                    </a:lnTo>
                    <a:lnTo>
                      <a:pt x="652570" y="733195"/>
                    </a:lnTo>
                    <a:cubicBezTo>
                      <a:pt x="703337" y="733195"/>
                      <a:pt x="705909" y="736053"/>
                      <a:pt x="706004" y="788059"/>
                    </a:cubicBezTo>
                    <a:cubicBezTo>
                      <a:pt x="706004" y="829397"/>
                      <a:pt x="705244" y="870832"/>
                      <a:pt x="706004" y="911884"/>
                    </a:cubicBezTo>
                    <a:cubicBezTo>
                      <a:pt x="706672" y="938363"/>
                      <a:pt x="696956" y="951223"/>
                      <a:pt x="669144" y="951223"/>
                    </a:cubicBezTo>
                    <a:cubicBezTo>
                      <a:pt x="457308" y="950841"/>
                      <a:pt x="245472" y="950841"/>
                      <a:pt x="33636" y="951223"/>
                    </a:cubicBezTo>
                    <a:cubicBezTo>
                      <a:pt x="-1513" y="951223"/>
                      <a:pt x="-2369" y="929601"/>
                      <a:pt x="-2273" y="903598"/>
                    </a:cubicBezTo>
                    <a:cubicBezTo>
                      <a:pt x="-2273" y="646994"/>
                      <a:pt x="-2273" y="390390"/>
                      <a:pt x="-2273" y="133787"/>
                    </a:cubicBezTo>
                    <a:cubicBezTo>
                      <a:pt x="-2273" y="101878"/>
                      <a:pt x="-1608" y="69969"/>
                      <a:pt x="-2273" y="38537"/>
                    </a:cubicBezTo>
                    <a:cubicBezTo>
                      <a:pt x="-3036" y="12057"/>
                      <a:pt x="7252" y="-516"/>
                      <a:pt x="35255" y="-421"/>
                    </a:cubicBezTo>
                    <a:cubicBezTo>
                      <a:pt x="242328" y="-40"/>
                      <a:pt x="449401" y="-40"/>
                      <a:pt x="656570" y="-421"/>
                    </a:cubicBezTo>
                    <a:cubicBezTo>
                      <a:pt x="681715" y="-421"/>
                      <a:pt x="693147" y="9867"/>
                      <a:pt x="692575" y="35870"/>
                    </a:cubicBezTo>
                    <a:cubicBezTo>
                      <a:pt x="691526" y="80733"/>
                      <a:pt x="692575" y="125690"/>
                      <a:pt x="692575" y="170649"/>
                    </a:cubicBezTo>
                    <a:cubicBezTo>
                      <a:pt x="692575" y="215606"/>
                      <a:pt x="690289" y="219226"/>
                      <a:pt x="644950" y="219321"/>
                    </a:cubicBezTo>
                    <a:cubicBezTo>
                      <a:pt x="525411" y="219321"/>
                      <a:pt x="405872" y="219321"/>
                      <a:pt x="286428" y="219321"/>
                    </a:cubicBezTo>
                    <a:cubicBezTo>
                      <a:pt x="273761" y="219321"/>
                      <a:pt x="261092" y="220464"/>
                      <a:pt x="246995" y="221131"/>
                    </a:cubicBezTo>
                    <a:lnTo>
                      <a:pt x="246995" y="377055"/>
                    </a:lnTo>
                    <a:cubicBezTo>
                      <a:pt x="259569" y="377722"/>
                      <a:pt x="271952" y="379056"/>
                      <a:pt x="284428" y="379056"/>
                    </a:cubicBezTo>
                    <a:cubicBezTo>
                      <a:pt x="373201" y="379056"/>
                      <a:pt x="461975" y="380008"/>
                      <a:pt x="551128" y="379056"/>
                    </a:cubicBezTo>
                    <a:cubicBezTo>
                      <a:pt x="582656" y="378579"/>
                      <a:pt x="597039" y="388581"/>
                      <a:pt x="595420" y="422013"/>
                    </a:cubicBezTo>
                    <a:cubicBezTo>
                      <a:pt x="593609" y="457351"/>
                      <a:pt x="593800" y="492974"/>
                      <a:pt x="595420" y="528312"/>
                    </a:cubicBezTo>
                    <a:cubicBezTo>
                      <a:pt x="596658" y="557840"/>
                      <a:pt x="584084" y="568031"/>
                      <a:pt x="555509" y="567746"/>
                    </a:cubicBezTo>
                    <a:cubicBezTo>
                      <a:pt x="465593" y="566793"/>
                      <a:pt x="375583" y="567746"/>
                      <a:pt x="285667" y="567746"/>
                    </a:cubicBezTo>
                    <a:cubicBezTo>
                      <a:pt x="272426" y="567555"/>
                      <a:pt x="259855" y="568794"/>
                      <a:pt x="246995" y="569556"/>
                    </a:cubicBezTo>
                    <a:close/>
                  </a:path>
                </a:pathLst>
              </a:custGeom>
              <a:grpFill/>
              <a:ln w="9525" cap="flat">
                <a:noFill/>
                <a:prstDash val="solid"/>
                <a:miter/>
              </a:ln>
            </p:spPr>
            <p:txBody>
              <a:bodyPr rtlCol="0" anchor="ctr"/>
              <a:lstStyle/>
              <a:p>
                <a:endParaRPr lang="fr-FR"/>
              </a:p>
            </p:txBody>
          </p:sp>
          <p:sp>
            <p:nvSpPr>
              <p:cNvPr id="16" name="Forme libre : forme 70">
                <a:extLst>
                  <a:ext uri="{FF2B5EF4-FFF2-40B4-BE49-F238E27FC236}">
                    <a16:creationId xmlns:a16="http://schemas.microsoft.com/office/drawing/2014/main" id="{489F6E88-9646-9264-BBCB-5462CABFB34E}"/>
                  </a:ext>
                </a:extLst>
              </p:cNvPr>
              <p:cNvSpPr/>
              <p:nvPr/>
            </p:nvSpPr>
            <p:spPr>
              <a:xfrm>
                <a:off x="5227559" y="3235166"/>
                <a:ext cx="919543" cy="952695"/>
              </a:xfrm>
              <a:custGeom>
                <a:avLst/>
                <a:gdLst>
                  <a:gd name="connsiteX0" fmla="*/ 458267 w 919543"/>
                  <a:gd name="connsiteY0" fmla="*/ 602035 h 952695"/>
                  <a:gd name="connsiteX1" fmla="*/ 538943 w 919543"/>
                  <a:gd name="connsiteY1" fmla="*/ 365911 h 952695"/>
                  <a:gd name="connsiteX2" fmla="*/ 646385 w 919543"/>
                  <a:gd name="connsiteY2" fmla="*/ 47204 h 952695"/>
                  <a:gd name="connsiteX3" fmla="*/ 710202 w 919543"/>
                  <a:gd name="connsiteY3" fmla="*/ 150 h 952695"/>
                  <a:gd name="connsiteX4" fmla="*/ 880606 w 919543"/>
                  <a:gd name="connsiteY4" fmla="*/ 817 h 952695"/>
                  <a:gd name="connsiteX5" fmla="*/ 909181 w 919543"/>
                  <a:gd name="connsiteY5" fmla="*/ 44918 h 952695"/>
                  <a:gd name="connsiteX6" fmla="*/ 591807 w 919543"/>
                  <a:gd name="connsiteY6" fmla="*/ 871212 h 952695"/>
                  <a:gd name="connsiteX7" fmla="*/ 474268 w 919543"/>
                  <a:gd name="connsiteY7" fmla="*/ 952174 h 952695"/>
                  <a:gd name="connsiteX8" fmla="*/ 389020 w 919543"/>
                  <a:gd name="connsiteY8" fmla="*/ 952174 h 952695"/>
                  <a:gd name="connsiteX9" fmla="*/ 340918 w 919543"/>
                  <a:gd name="connsiteY9" fmla="*/ 918551 h 952695"/>
                  <a:gd name="connsiteX10" fmla="*/ 3925 w 919543"/>
                  <a:gd name="connsiteY10" fmla="*/ 39108 h 952695"/>
                  <a:gd name="connsiteX11" fmla="*/ 32500 w 919543"/>
                  <a:gd name="connsiteY11" fmla="*/ -421 h 952695"/>
                  <a:gd name="connsiteX12" fmla="*/ 209949 w 919543"/>
                  <a:gd name="connsiteY12" fmla="*/ -421 h 952695"/>
                  <a:gd name="connsiteX13" fmla="*/ 263671 w 919543"/>
                  <a:gd name="connsiteY13" fmla="*/ 39869 h 952695"/>
                  <a:gd name="connsiteX14" fmla="*/ 444646 w 919543"/>
                  <a:gd name="connsiteY14" fmla="*/ 565459 h 952695"/>
                  <a:gd name="connsiteX15" fmla="*/ 458267 w 919543"/>
                  <a:gd name="connsiteY15" fmla="*/ 602035 h 95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9543" h="952695">
                    <a:moveTo>
                      <a:pt x="458267" y="602035"/>
                    </a:moveTo>
                    <a:cubicBezTo>
                      <a:pt x="486842" y="519168"/>
                      <a:pt x="512940" y="442587"/>
                      <a:pt x="538943" y="365911"/>
                    </a:cubicBezTo>
                    <a:cubicBezTo>
                      <a:pt x="575043" y="259802"/>
                      <a:pt x="611715" y="153884"/>
                      <a:pt x="646385" y="47204"/>
                    </a:cubicBezTo>
                    <a:cubicBezTo>
                      <a:pt x="657054" y="14247"/>
                      <a:pt x="674293" y="-1183"/>
                      <a:pt x="710202" y="150"/>
                    </a:cubicBezTo>
                    <a:cubicBezTo>
                      <a:pt x="767352" y="2341"/>
                      <a:pt x="823835" y="150"/>
                      <a:pt x="880606" y="817"/>
                    </a:cubicBezTo>
                    <a:cubicBezTo>
                      <a:pt x="920229" y="817"/>
                      <a:pt x="924134" y="6627"/>
                      <a:pt x="909181" y="44918"/>
                    </a:cubicBezTo>
                    <a:cubicBezTo>
                      <a:pt x="803548" y="320381"/>
                      <a:pt x="697819" y="595815"/>
                      <a:pt x="591807" y="871212"/>
                    </a:cubicBezTo>
                    <a:cubicBezTo>
                      <a:pt x="557135" y="960842"/>
                      <a:pt x="574376" y="951793"/>
                      <a:pt x="474268" y="952174"/>
                    </a:cubicBezTo>
                    <a:cubicBezTo>
                      <a:pt x="445693" y="952174"/>
                      <a:pt x="417118" y="952174"/>
                      <a:pt x="389020" y="952174"/>
                    </a:cubicBezTo>
                    <a:cubicBezTo>
                      <a:pt x="364349" y="952746"/>
                      <a:pt x="349587" y="941220"/>
                      <a:pt x="340918" y="918551"/>
                    </a:cubicBezTo>
                    <a:cubicBezTo>
                      <a:pt x="228713" y="625372"/>
                      <a:pt x="116415" y="332220"/>
                      <a:pt x="3925" y="39108"/>
                    </a:cubicBezTo>
                    <a:cubicBezTo>
                      <a:pt x="-8649" y="6151"/>
                      <a:pt x="-3696" y="-326"/>
                      <a:pt x="32500" y="-421"/>
                    </a:cubicBezTo>
                    <a:cubicBezTo>
                      <a:pt x="91649" y="-421"/>
                      <a:pt x="150799" y="627"/>
                      <a:pt x="209949" y="-421"/>
                    </a:cubicBezTo>
                    <a:cubicBezTo>
                      <a:pt x="239382" y="-421"/>
                      <a:pt x="254242" y="12152"/>
                      <a:pt x="263671" y="39869"/>
                    </a:cubicBezTo>
                    <a:cubicBezTo>
                      <a:pt x="323203" y="215320"/>
                      <a:pt x="384066" y="390295"/>
                      <a:pt x="444646" y="565459"/>
                    </a:cubicBezTo>
                    <a:cubicBezTo>
                      <a:pt x="448074" y="576127"/>
                      <a:pt x="451981" y="585747"/>
                      <a:pt x="458267" y="602035"/>
                    </a:cubicBezTo>
                    <a:close/>
                  </a:path>
                </a:pathLst>
              </a:custGeom>
              <a:grpFill/>
              <a:ln w="9525" cap="flat">
                <a:noFill/>
                <a:prstDash val="solid"/>
                <a:miter/>
              </a:ln>
            </p:spPr>
            <p:txBody>
              <a:bodyPr rtlCol="0" anchor="ctr"/>
              <a:lstStyle/>
              <a:p>
                <a:endParaRPr lang="fr-FR"/>
              </a:p>
            </p:txBody>
          </p:sp>
          <p:sp>
            <p:nvSpPr>
              <p:cNvPr id="17" name="Forme libre : forme 71">
                <a:extLst>
                  <a:ext uri="{FF2B5EF4-FFF2-40B4-BE49-F238E27FC236}">
                    <a16:creationId xmlns:a16="http://schemas.microsoft.com/office/drawing/2014/main" id="{77C445EE-E79A-5627-5A73-1DD66FD611D5}"/>
                  </a:ext>
                </a:extLst>
              </p:cNvPr>
              <p:cNvSpPr/>
              <p:nvPr/>
            </p:nvSpPr>
            <p:spPr>
              <a:xfrm>
                <a:off x="7736776" y="3221083"/>
                <a:ext cx="784321" cy="980967"/>
              </a:xfrm>
              <a:custGeom>
                <a:avLst/>
                <a:gdLst>
                  <a:gd name="connsiteX0" fmla="*/ 521658 w 784321"/>
                  <a:gd name="connsiteY0" fmla="*/ 980545 h 980967"/>
                  <a:gd name="connsiteX1" fmla="*/ 164 w 784321"/>
                  <a:gd name="connsiteY1" fmla="*/ 530107 h 980967"/>
                  <a:gd name="connsiteX2" fmla="*/ 399070 w 784321"/>
                  <a:gd name="connsiteY2" fmla="*/ 8804 h 980967"/>
                  <a:gd name="connsiteX3" fmla="*/ 755307 w 784321"/>
                  <a:gd name="connsiteY3" fmla="*/ 79384 h 980967"/>
                  <a:gd name="connsiteX4" fmla="*/ 767878 w 784321"/>
                  <a:gd name="connsiteY4" fmla="*/ 139868 h 980967"/>
                  <a:gd name="connsiteX5" fmla="*/ 676535 w 784321"/>
                  <a:gd name="connsiteY5" fmla="*/ 270741 h 980967"/>
                  <a:gd name="connsiteX6" fmla="*/ 623766 w 784321"/>
                  <a:gd name="connsiteY6" fmla="*/ 280266 h 980967"/>
                  <a:gd name="connsiteX7" fmla="*/ 331254 w 784321"/>
                  <a:gd name="connsiteY7" fmla="*/ 292459 h 980967"/>
                  <a:gd name="connsiteX8" fmla="*/ 264579 w 784321"/>
                  <a:gd name="connsiteY8" fmla="*/ 596401 h 980967"/>
                  <a:gd name="connsiteX9" fmla="*/ 515466 w 784321"/>
                  <a:gd name="connsiteY9" fmla="*/ 742800 h 980967"/>
                  <a:gd name="connsiteX10" fmla="*/ 622812 w 784321"/>
                  <a:gd name="connsiteY10" fmla="*/ 700128 h 980967"/>
                  <a:gd name="connsiteX11" fmla="*/ 681202 w 784321"/>
                  <a:gd name="connsiteY11" fmla="*/ 712987 h 980967"/>
                  <a:gd name="connsiteX12" fmla="*/ 771308 w 784321"/>
                  <a:gd name="connsiteY12" fmla="*/ 844718 h 980967"/>
                  <a:gd name="connsiteX13" fmla="*/ 760734 w 784321"/>
                  <a:gd name="connsiteY13" fmla="*/ 899487 h 980967"/>
                  <a:gd name="connsiteX14" fmla="*/ 521658 w 784321"/>
                  <a:gd name="connsiteY14" fmla="*/ 980545 h 9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84321" h="980967">
                    <a:moveTo>
                      <a:pt x="521658" y="980545"/>
                    </a:moveTo>
                    <a:cubicBezTo>
                      <a:pt x="235908" y="981211"/>
                      <a:pt x="27405" y="790711"/>
                      <a:pt x="164" y="530107"/>
                    </a:cubicBezTo>
                    <a:cubicBezTo>
                      <a:pt x="-25364" y="285886"/>
                      <a:pt x="149134" y="56715"/>
                      <a:pt x="399070" y="8804"/>
                    </a:cubicBezTo>
                    <a:cubicBezTo>
                      <a:pt x="526707" y="-15676"/>
                      <a:pt x="645674" y="8804"/>
                      <a:pt x="755307" y="79384"/>
                    </a:cubicBezTo>
                    <a:cubicBezTo>
                      <a:pt x="781975" y="96529"/>
                      <a:pt x="787309" y="113388"/>
                      <a:pt x="767878" y="139868"/>
                    </a:cubicBezTo>
                    <a:cubicBezTo>
                      <a:pt x="736257" y="182635"/>
                      <a:pt x="706061" y="226450"/>
                      <a:pt x="676535" y="270741"/>
                    </a:cubicBezTo>
                    <a:cubicBezTo>
                      <a:pt x="661294" y="293602"/>
                      <a:pt x="644625" y="297316"/>
                      <a:pt x="623766" y="280266"/>
                    </a:cubicBezTo>
                    <a:cubicBezTo>
                      <a:pt x="539278" y="210448"/>
                      <a:pt x="404691" y="229975"/>
                      <a:pt x="331254" y="292459"/>
                    </a:cubicBezTo>
                    <a:cubicBezTo>
                      <a:pt x="246098" y="364944"/>
                      <a:pt x="218286" y="489245"/>
                      <a:pt x="264579" y="596401"/>
                    </a:cubicBezTo>
                    <a:cubicBezTo>
                      <a:pt x="307820" y="696509"/>
                      <a:pt x="408405" y="758326"/>
                      <a:pt x="515466" y="742800"/>
                    </a:cubicBezTo>
                    <a:cubicBezTo>
                      <a:pt x="552710" y="737466"/>
                      <a:pt x="588998" y="718321"/>
                      <a:pt x="622812" y="700128"/>
                    </a:cubicBezTo>
                    <a:cubicBezTo>
                      <a:pt x="649388" y="685746"/>
                      <a:pt x="664819" y="687460"/>
                      <a:pt x="681202" y="712987"/>
                    </a:cubicBezTo>
                    <a:cubicBezTo>
                      <a:pt x="709872" y="757755"/>
                      <a:pt x="739970" y="801665"/>
                      <a:pt x="771308" y="844718"/>
                    </a:cubicBezTo>
                    <a:cubicBezTo>
                      <a:pt x="788737" y="868626"/>
                      <a:pt x="784642" y="883580"/>
                      <a:pt x="760734" y="899487"/>
                    </a:cubicBezTo>
                    <a:cubicBezTo>
                      <a:pt x="679581" y="953208"/>
                      <a:pt x="590810" y="980830"/>
                      <a:pt x="521658" y="980545"/>
                    </a:cubicBezTo>
                    <a:close/>
                  </a:path>
                </a:pathLst>
              </a:custGeom>
              <a:grpFill/>
              <a:ln w="9525" cap="flat">
                <a:noFill/>
                <a:prstDash val="solid"/>
                <a:miter/>
              </a:ln>
            </p:spPr>
            <p:txBody>
              <a:bodyPr rtlCol="0" anchor="ctr"/>
              <a:lstStyle/>
              <a:p>
                <a:endParaRPr lang="fr-FR"/>
              </a:p>
            </p:txBody>
          </p:sp>
          <p:sp>
            <p:nvSpPr>
              <p:cNvPr id="18" name="Forme libre : forme 72">
                <a:extLst>
                  <a:ext uri="{FF2B5EF4-FFF2-40B4-BE49-F238E27FC236}">
                    <a16:creationId xmlns:a16="http://schemas.microsoft.com/office/drawing/2014/main" id="{38BD448F-BC2E-D7FA-E8DC-F3497A010D2D}"/>
                  </a:ext>
                </a:extLst>
              </p:cNvPr>
              <p:cNvSpPr/>
              <p:nvPr/>
            </p:nvSpPr>
            <p:spPr>
              <a:xfrm>
                <a:off x="4490465" y="1332334"/>
                <a:ext cx="833891" cy="1417342"/>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grpFill/>
              <a:ln w="9525" cap="flat">
                <a:noFill/>
                <a:prstDash val="solid"/>
                <a:miter/>
              </a:ln>
            </p:spPr>
            <p:txBody>
              <a:bodyPr rtlCol="0" anchor="ctr"/>
              <a:lstStyle/>
              <a:p>
                <a:endParaRPr lang="fr-FR"/>
              </a:p>
            </p:txBody>
          </p:sp>
          <p:sp>
            <p:nvSpPr>
              <p:cNvPr id="19" name="Forme libre : forme 73">
                <a:extLst>
                  <a:ext uri="{FF2B5EF4-FFF2-40B4-BE49-F238E27FC236}">
                    <a16:creationId xmlns:a16="http://schemas.microsoft.com/office/drawing/2014/main" id="{B65065DE-6C98-56C2-C105-3A0B1294540C}"/>
                  </a:ext>
                </a:extLst>
              </p:cNvPr>
              <p:cNvSpPr/>
              <p:nvPr/>
            </p:nvSpPr>
            <p:spPr>
              <a:xfrm>
                <a:off x="6266398" y="3237048"/>
                <a:ext cx="248511" cy="951983"/>
              </a:xfrm>
              <a:custGeom>
                <a:avLst/>
                <a:gdLst>
                  <a:gd name="connsiteX0" fmla="*/ -1929 w 248511"/>
                  <a:gd name="connsiteY0" fmla="*/ 476328 h 951983"/>
                  <a:gd name="connsiteX1" fmla="*/ -1929 w 248511"/>
                  <a:gd name="connsiteY1" fmla="*/ 47703 h 951983"/>
                  <a:gd name="connsiteX2" fmla="*/ 46934 w 248511"/>
                  <a:gd name="connsiteY2" fmla="*/ -398 h 951983"/>
                  <a:gd name="connsiteX3" fmla="*/ 203050 w 248511"/>
                  <a:gd name="connsiteY3" fmla="*/ -398 h 951983"/>
                  <a:gd name="connsiteX4" fmla="*/ 246198 w 248511"/>
                  <a:gd name="connsiteY4" fmla="*/ 40464 h 951983"/>
                  <a:gd name="connsiteX5" fmla="*/ 246198 w 248511"/>
                  <a:gd name="connsiteY5" fmla="*/ 912668 h 951983"/>
                  <a:gd name="connsiteX6" fmla="*/ 209049 w 248511"/>
                  <a:gd name="connsiteY6" fmla="*/ 951530 h 951983"/>
                  <a:gd name="connsiteX7" fmla="*/ 38743 w 248511"/>
                  <a:gd name="connsiteY7" fmla="*/ 951530 h 951983"/>
                  <a:gd name="connsiteX8" fmla="*/ -2310 w 248511"/>
                  <a:gd name="connsiteY8" fmla="*/ 909429 h 951983"/>
                  <a:gd name="connsiteX9" fmla="*/ -1929 w 248511"/>
                  <a:gd name="connsiteY9" fmla="*/ 476328 h 951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511" h="951983">
                    <a:moveTo>
                      <a:pt x="-1929" y="476328"/>
                    </a:moveTo>
                    <a:cubicBezTo>
                      <a:pt x="-1929" y="333262"/>
                      <a:pt x="-1929" y="190387"/>
                      <a:pt x="-1929" y="47703"/>
                    </a:cubicBezTo>
                    <a:cubicBezTo>
                      <a:pt x="-1929" y="3031"/>
                      <a:pt x="1597" y="78"/>
                      <a:pt x="46934" y="-398"/>
                    </a:cubicBezTo>
                    <a:cubicBezTo>
                      <a:pt x="98942" y="-398"/>
                      <a:pt x="151043" y="364"/>
                      <a:pt x="203050" y="-398"/>
                    </a:cubicBezTo>
                    <a:cubicBezTo>
                      <a:pt x="232292" y="-970"/>
                      <a:pt x="246293" y="9127"/>
                      <a:pt x="246198" y="40464"/>
                    </a:cubicBezTo>
                    <a:cubicBezTo>
                      <a:pt x="245531" y="331167"/>
                      <a:pt x="245531" y="621899"/>
                      <a:pt x="246198" y="912668"/>
                    </a:cubicBezTo>
                    <a:cubicBezTo>
                      <a:pt x="246198" y="939433"/>
                      <a:pt x="236673" y="951816"/>
                      <a:pt x="209049" y="951530"/>
                    </a:cubicBezTo>
                    <a:cubicBezTo>
                      <a:pt x="151899" y="950863"/>
                      <a:pt x="95417" y="950387"/>
                      <a:pt x="38743" y="951530"/>
                    </a:cubicBezTo>
                    <a:cubicBezTo>
                      <a:pt x="7692" y="952292"/>
                      <a:pt x="-2501" y="939719"/>
                      <a:pt x="-2310" y="909429"/>
                    </a:cubicBezTo>
                    <a:cubicBezTo>
                      <a:pt x="-1166" y="764650"/>
                      <a:pt x="-1929" y="620441"/>
                      <a:pt x="-1929" y="476328"/>
                    </a:cubicBezTo>
                    <a:close/>
                  </a:path>
                </a:pathLst>
              </a:custGeom>
              <a:grpFill/>
              <a:ln w="9525" cap="flat">
                <a:noFill/>
                <a:prstDash val="solid"/>
                <a:miter/>
              </a:ln>
            </p:spPr>
            <p:txBody>
              <a:bodyPr rtlCol="0" anchor="ctr"/>
              <a:lstStyle/>
              <a:p>
                <a:endParaRPr lang="fr-FR"/>
              </a:p>
            </p:txBody>
          </p:sp>
          <p:sp>
            <p:nvSpPr>
              <p:cNvPr id="20" name="Forme libre : forme 74">
                <a:extLst>
                  <a:ext uri="{FF2B5EF4-FFF2-40B4-BE49-F238E27FC236}">
                    <a16:creationId xmlns:a16="http://schemas.microsoft.com/office/drawing/2014/main" id="{C915232E-6AAC-F128-15D8-C92EECA397F2}"/>
                  </a:ext>
                </a:extLst>
              </p:cNvPr>
              <p:cNvSpPr/>
              <p:nvPr/>
            </p:nvSpPr>
            <p:spPr>
              <a:xfrm>
                <a:off x="8681941" y="3235894"/>
                <a:ext cx="248038" cy="951771"/>
              </a:xfrm>
              <a:custGeom>
                <a:avLst/>
                <a:gdLst>
                  <a:gd name="connsiteX0" fmla="*/ 245243 w 248038"/>
                  <a:gd name="connsiteY0" fmla="*/ 477482 h 951771"/>
                  <a:gd name="connsiteX1" fmla="*/ 245243 w 248038"/>
                  <a:gd name="connsiteY1" fmla="*/ 902963 h 951771"/>
                  <a:gd name="connsiteX2" fmla="*/ 196855 w 248038"/>
                  <a:gd name="connsiteY2" fmla="*/ 951350 h 951771"/>
                  <a:gd name="connsiteX3" fmla="*/ 33597 w 248038"/>
                  <a:gd name="connsiteY3" fmla="*/ 951350 h 951771"/>
                  <a:gd name="connsiteX4" fmla="*/ -2312 w 248038"/>
                  <a:gd name="connsiteY4" fmla="*/ 915536 h 951771"/>
                  <a:gd name="connsiteX5" fmla="*/ -2312 w 248038"/>
                  <a:gd name="connsiteY5" fmla="*/ 36284 h 951771"/>
                  <a:gd name="connsiteX6" fmla="*/ 33311 w 248038"/>
                  <a:gd name="connsiteY6" fmla="*/ -387 h 951771"/>
                  <a:gd name="connsiteX7" fmla="*/ 203617 w 248038"/>
                  <a:gd name="connsiteY7" fmla="*/ -387 h 951771"/>
                  <a:gd name="connsiteX8" fmla="*/ 245719 w 248038"/>
                  <a:gd name="connsiteY8" fmla="*/ 45046 h 951771"/>
                  <a:gd name="connsiteX9" fmla="*/ 245243 w 248038"/>
                  <a:gd name="connsiteY9" fmla="*/ 477482 h 95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038" h="951771">
                    <a:moveTo>
                      <a:pt x="245243" y="477482"/>
                    </a:moveTo>
                    <a:cubicBezTo>
                      <a:pt x="245243" y="619338"/>
                      <a:pt x="245243" y="761165"/>
                      <a:pt x="245243" y="902963"/>
                    </a:cubicBezTo>
                    <a:cubicBezTo>
                      <a:pt x="245243" y="947731"/>
                      <a:pt x="241813" y="951160"/>
                      <a:pt x="196855" y="951350"/>
                    </a:cubicBezTo>
                    <a:cubicBezTo>
                      <a:pt x="142468" y="951350"/>
                      <a:pt x="88080" y="951350"/>
                      <a:pt x="33597" y="951350"/>
                    </a:cubicBezTo>
                    <a:cubicBezTo>
                      <a:pt x="8450" y="951350"/>
                      <a:pt x="-2407" y="941825"/>
                      <a:pt x="-2312" y="915536"/>
                    </a:cubicBezTo>
                    <a:cubicBezTo>
                      <a:pt x="-1931" y="622481"/>
                      <a:pt x="-1931" y="329397"/>
                      <a:pt x="-2312" y="36284"/>
                    </a:cubicBezTo>
                    <a:cubicBezTo>
                      <a:pt x="-2312" y="10757"/>
                      <a:pt x="7878" y="-578"/>
                      <a:pt x="33311" y="-387"/>
                    </a:cubicBezTo>
                    <a:cubicBezTo>
                      <a:pt x="90461" y="89"/>
                      <a:pt x="146849" y="851"/>
                      <a:pt x="203617" y="-387"/>
                    </a:cubicBezTo>
                    <a:cubicBezTo>
                      <a:pt x="237050" y="-1245"/>
                      <a:pt x="246003" y="14281"/>
                      <a:pt x="245719" y="45046"/>
                    </a:cubicBezTo>
                    <a:cubicBezTo>
                      <a:pt x="244671" y="189541"/>
                      <a:pt x="245243" y="333749"/>
                      <a:pt x="245243" y="477482"/>
                    </a:cubicBezTo>
                    <a:close/>
                  </a:path>
                </a:pathLst>
              </a:custGeom>
              <a:grpFill/>
              <a:ln w="9525" cap="flat">
                <a:noFill/>
                <a:prstDash val="solid"/>
                <a:miter/>
              </a:ln>
            </p:spPr>
            <p:txBody>
              <a:bodyPr rtlCol="0" anchor="ctr"/>
              <a:lstStyle/>
              <a:p>
                <a:endParaRPr lang="fr-FR"/>
              </a:p>
            </p:txBody>
          </p:sp>
          <p:sp>
            <p:nvSpPr>
              <p:cNvPr id="21" name="Forme libre : forme 75">
                <a:extLst>
                  <a:ext uri="{FF2B5EF4-FFF2-40B4-BE49-F238E27FC236}">
                    <a16:creationId xmlns:a16="http://schemas.microsoft.com/office/drawing/2014/main" id="{073DDEB7-E99B-2C52-95D1-8793227BD89E}"/>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grpFill/>
              <a:ln w="9525" cap="flat">
                <a:noFill/>
                <a:prstDash val="solid"/>
                <a:miter/>
              </a:ln>
            </p:spPr>
            <p:txBody>
              <a:bodyPr rtlCol="0" anchor="ctr"/>
              <a:lstStyle/>
              <a:p>
                <a:endParaRPr lang="fr-FR"/>
              </a:p>
            </p:txBody>
          </p:sp>
          <p:sp>
            <p:nvSpPr>
              <p:cNvPr id="22" name="Forme libre : forme 76">
                <a:extLst>
                  <a:ext uri="{FF2B5EF4-FFF2-40B4-BE49-F238E27FC236}">
                    <a16:creationId xmlns:a16="http://schemas.microsoft.com/office/drawing/2014/main" id="{5548647F-5D20-77A3-D783-BF5B8596E5BB}"/>
                  </a:ext>
                </a:extLst>
              </p:cNvPr>
              <p:cNvSpPr/>
              <p:nvPr/>
            </p:nvSpPr>
            <p:spPr>
              <a:xfrm>
                <a:off x="8504013" y="5161152"/>
                <a:ext cx="384716" cy="446928"/>
              </a:xfrm>
              <a:custGeom>
                <a:avLst/>
                <a:gdLst>
                  <a:gd name="connsiteX0" fmla="*/ 296011 w 384716"/>
                  <a:gd name="connsiteY0" fmla="*/ 290155 h 446928"/>
                  <a:gd name="connsiteX1" fmla="*/ 296488 w 384716"/>
                  <a:gd name="connsiteY1" fmla="*/ 47458 h 446928"/>
                  <a:gd name="connsiteX2" fmla="*/ 306871 w 384716"/>
                  <a:gd name="connsiteY2" fmla="*/ 4691 h 446928"/>
                  <a:gd name="connsiteX3" fmla="*/ 373546 w 384716"/>
                  <a:gd name="connsiteY3" fmla="*/ 4691 h 446928"/>
                  <a:gd name="connsiteX4" fmla="*/ 382403 w 384716"/>
                  <a:gd name="connsiteY4" fmla="*/ 24979 h 446928"/>
                  <a:gd name="connsiteX5" fmla="*/ 381545 w 384716"/>
                  <a:gd name="connsiteY5" fmla="*/ 432649 h 446928"/>
                  <a:gd name="connsiteX6" fmla="*/ 378783 w 384716"/>
                  <a:gd name="connsiteY6" fmla="*/ 438936 h 446928"/>
                  <a:gd name="connsiteX7" fmla="*/ 267341 w 384716"/>
                  <a:gd name="connsiteY7" fmla="*/ 398168 h 446928"/>
                  <a:gd name="connsiteX8" fmla="*/ 84938 w 384716"/>
                  <a:gd name="connsiteY8" fmla="*/ 147375 h 446928"/>
                  <a:gd name="connsiteX9" fmla="*/ 84938 w 384716"/>
                  <a:gd name="connsiteY9" fmla="*/ 441126 h 446928"/>
                  <a:gd name="connsiteX10" fmla="*/ 355 w 384716"/>
                  <a:gd name="connsiteY10" fmla="*/ 441126 h 446928"/>
                  <a:gd name="connsiteX11" fmla="*/ -1645 w 384716"/>
                  <a:gd name="connsiteY11" fmla="*/ 408170 h 446928"/>
                  <a:gd name="connsiteX12" fmla="*/ -2313 w 384716"/>
                  <a:gd name="connsiteY12" fmla="*/ 39266 h 446928"/>
                  <a:gd name="connsiteX13" fmla="*/ 34836 w 384716"/>
                  <a:gd name="connsiteY13" fmla="*/ -167 h 446928"/>
                  <a:gd name="connsiteX14" fmla="*/ 124561 w 384716"/>
                  <a:gd name="connsiteY14" fmla="*/ 45458 h 446928"/>
                  <a:gd name="connsiteX15" fmla="*/ 269436 w 384716"/>
                  <a:gd name="connsiteY15" fmla="*/ 255579 h 446928"/>
                  <a:gd name="connsiteX16" fmla="*/ 296011 w 384716"/>
                  <a:gd name="connsiteY16" fmla="*/ 290155 h 44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716" h="446928">
                    <a:moveTo>
                      <a:pt x="296011" y="290155"/>
                    </a:moveTo>
                    <a:cubicBezTo>
                      <a:pt x="296011" y="202334"/>
                      <a:pt x="295439" y="124896"/>
                      <a:pt x="296488" y="47458"/>
                    </a:cubicBezTo>
                    <a:cubicBezTo>
                      <a:pt x="296488" y="32503"/>
                      <a:pt x="300013" y="6500"/>
                      <a:pt x="306871" y="4691"/>
                    </a:cubicBezTo>
                    <a:cubicBezTo>
                      <a:pt x="327730" y="-739"/>
                      <a:pt x="351066" y="2214"/>
                      <a:pt x="373546" y="4691"/>
                    </a:cubicBezTo>
                    <a:cubicBezTo>
                      <a:pt x="377260" y="4691"/>
                      <a:pt x="382403" y="17931"/>
                      <a:pt x="382403" y="24979"/>
                    </a:cubicBezTo>
                    <a:cubicBezTo>
                      <a:pt x="382403" y="160806"/>
                      <a:pt x="382117" y="296698"/>
                      <a:pt x="381545" y="432649"/>
                    </a:cubicBezTo>
                    <a:cubicBezTo>
                      <a:pt x="381545" y="434745"/>
                      <a:pt x="379736" y="436840"/>
                      <a:pt x="378783" y="438936"/>
                    </a:cubicBezTo>
                    <a:cubicBezTo>
                      <a:pt x="314394" y="453890"/>
                      <a:pt x="303250" y="449794"/>
                      <a:pt x="267341" y="398168"/>
                    </a:cubicBezTo>
                    <a:cubicBezTo>
                      <a:pt x="208763" y="314062"/>
                      <a:pt x="150183" y="229957"/>
                      <a:pt x="84938" y="147375"/>
                    </a:cubicBezTo>
                    <a:lnTo>
                      <a:pt x="84938" y="441126"/>
                    </a:lnTo>
                    <a:lnTo>
                      <a:pt x="355" y="441126"/>
                    </a:lnTo>
                    <a:cubicBezTo>
                      <a:pt x="-310" y="430649"/>
                      <a:pt x="-1550" y="419410"/>
                      <a:pt x="-1645" y="408170"/>
                    </a:cubicBezTo>
                    <a:cubicBezTo>
                      <a:pt x="-1645" y="285202"/>
                      <a:pt x="-882" y="162235"/>
                      <a:pt x="-2313" y="39266"/>
                    </a:cubicBezTo>
                    <a:cubicBezTo>
                      <a:pt x="-2313" y="10691"/>
                      <a:pt x="4738" y="1166"/>
                      <a:pt x="34836" y="-167"/>
                    </a:cubicBezTo>
                    <a:cubicBezTo>
                      <a:pt x="75794" y="-2358"/>
                      <a:pt x="101511" y="9358"/>
                      <a:pt x="124561" y="45458"/>
                    </a:cubicBezTo>
                    <a:cubicBezTo>
                      <a:pt x="169996" y="117276"/>
                      <a:pt x="220765" y="185761"/>
                      <a:pt x="269436" y="255579"/>
                    </a:cubicBezTo>
                    <a:cubicBezTo>
                      <a:pt x="275057" y="264438"/>
                      <a:pt x="282677" y="272915"/>
                      <a:pt x="296011" y="290155"/>
                    </a:cubicBezTo>
                    <a:close/>
                  </a:path>
                </a:pathLst>
              </a:custGeom>
              <a:grpFill/>
              <a:ln w="9525" cap="flat">
                <a:noFill/>
                <a:prstDash val="solid"/>
                <a:miter/>
              </a:ln>
            </p:spPr>
            <p:txBody>
              <a:bodyPr rtlCol="0" anchor="ctr"/>
              <a:lstStyle/>
              <a:p>
                <a:endParaRPr lang="fr-FR"/>
              </a:p>
            </p:txBody>
          </p:sp>
          <p:sp>
            <p:nvSpPr>
              <p:cNvPr id="23" name="Forme libre : forme 77">
                <a:extLst>
                  <a:ext uri="{FF2B5EF4-FFF2-40B4-BE49-F238E27FC236}">
                    <a16:creationId xmlns:a16="http://schemas.microsoft.com/office/drawing/2014/main" id="{BCF434B9-5402-FDED-68D6-E88DFD71DA75}"/>
                  </a:ext>
                </a:extLst>
              </p:cNvPr>
              <p:cNvSpPr/>
              <p:nvPr/>
            </p:nvSpPr>
            <p:spPr>
              <a:xfrm>
                <a:off x="7956798" y="5156260"/>
                <a:ext cx="455494" cy="455492"/>
              </a:xfrm>
              <a:custGeom>
                <a:avLst/>
                <a:gdLst>
                  <a:gd name="connsiteX0" fmla="*/ 453178 w 455494"/>
                  <a:gd name="connsiteY0" fmla="*/ 225992 h 455492"/>
                  <a:gd name="connsiteX1" fmla="*/ 226768 w 455494"/>
                  <a:gd name="connsiteY1" fmla="*/ 455068 h 455492"/>
                  <a:gd name="connsiteX2" fmla="*/ -2308 w 455494"/>
                  <a:gd name="connsiteY2" fmla="*/ 228659 h 455492"/>
                  <a:gd name="connsiteX3" fmla="*/ 224101 w 455494"/>
                  <a:gd name="connsiteY3" fmla="*/ -418 h 455492"/>
                  <a:gd name="connsiteX4" fmla="*/ 225150 w 455494"/>
                  <a:gd name="connsiteY4" fmla="*/ -418 h 455492"/>
                  <a:gd name="connsiteX5" fmla="*/ 453178 w 455494"/>
                  <a:gd name="connsiteY5" fmla="*/ 225134 h 455492"/>
                  <a:gd name="connsiteX6" fmla="*/ 453178 w 455494"/>
                  <a:gd name="connsiteY6" fmla="*/ 225992 h 455492"/>
                  <a:gd name="connsiteX7" fmla="*/ 224578 w 455494"/>
                  <a:gd name="connsiteY7" fmla="*/ 371153 h 455492"/>
                  <a:gd name="connsiteX8" fmla="*/ 366499 w 455494"/>
                  <a:gd name="connsiteY8" fmla="*/ 230716 h 455492"/>
                  <a:gd name="connsiteX9" fmla="*/ 366404 w 455494"/>
                  <a:gd name="connsiteY9" fmla="*/ 226182 h 455492"/>
                  <a:gd name="connsiteX10" fmla="*/ 224864 w 455494"/>
                  <a:gd name="connsiteY10" fmla="*/ 84641 h 455492"/>
                  <a:gd name="connsiteX11" fmla="*/ 83321 w 455494"/>
                  <a:gd name="connsiteY11" fmla="*/ 226182 h 455492"/>
                  <a:gd name="connsiteX12" fmla="*/ 219243 w 455494"/>
                  <a:gd name="connsiteY12" fmla="*/ 371086 h 455492"/>
                  <a:gd name="connsiteX13" fmla="*/ 224959 w 455494"/>
                  <a:gd name="connsiteY13" fmla="*/ 371153 h 45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5494" h="455492">
                    <a:moveTo>
                      <a:pt x="453178" y="225992"/>
                    </a:moveTo>
                    <a:cubicBezTo>
                      <a:pt x="453941" y="351769"/>
                      <a:pt x="352593" y="454325"/>
                      <a:pt x="226768" y="455068"/>
                    </a:cubicBezTo>
                    <a:cubicBezTo>
                      <a:pt x="101039" y="455801"/>
                      <a:pt x="-1546" y="354436"/>
                      <a:pt x="-2308" y="228659"/>
                    </a:cubicBezTo>
                    <a:cubicBezTo>
                      <a:pt x="-3069" y="102881"/>
                      <a:pt x="98372" y="325"/>
                      <a:pt x="224101" y="-418"/>
                    </a:cubicBezTo>
                    <a:cubicBezTo>
                      <a:pt x="224482" y="-418"/>
                      <a:pt x="224769" y="-418"/>
                      <a:pt x="225150" y="-418"/>
                    </a:cubicBezTo>
                    <a:cubicBezTo>
                      <a:pt x="350403" y="-1104"/>
                      <a:pt x="452510" y="99880"/>
                      <a:pt x="453178" y="225134"/>
                    </a:cubicBezTo>
                    <a:cubicBezTo>
                      <a:pt x="453178" y="225420"/>
                      <a:pt x="453178" y="225706"/>
                      <a:pt x="453178" y="225992"/>
                    </a:cubicBezTo>
                    <a:close/>
                    <a:moveTo>
                      <a:pt x="224578" y="371153"/>
                    </a:moveTo>
                    <a:cubicBezTo>
                      <a:pt x="302492" y="371553"/>
                      <a:pt x="366025" y="308669"/>
                      <a:pt x="366499" y="230716"/>
                    </a:cubicBezTo>
                    <a:cubicBezTo>
                      <a:pt x="366499" y="229202"/>
                      <a:pt x="366404" y="227696"/>
                      <a:pt x="366404" y="226182"/>
                    </a:cubicBezTo>
                    <a:cubicBezTo>
                      <a:pt x="366404" y="148011"/>
                      <a:pt x="303064" y="84641"/>
                      <a:pt x="224864" y="84641"/>
                    </a:cubicBezTo>
                    <a:cubicBezTo>
                      <a:pt x="146664" y="84641"/>
                      <a:pt x="83321" y="148011"/>
                      <a:pt x="83321" y="226182"/>
                    </a:cubicBezTo>
                    <a:cubicBezTo>
                      <a:pt x="80845" y="303735"/>
                      <a:pt x="141711" y="368609"/>
                      <a:pt x="219243" y="371086"/>
                    </a:cubicBezTo>
                    <a:cubicBezTo>
                      <a:pt x="221148" y="371143"/>
                      <a:pt x="223055" y="371172"/>
                      <a:pt x="224959" y="371153"/>
                    </a:cubicBezTo>
                    <a:close/>
                  </a:path>
                </a:pathLst>
              </a:custGeom>
              <a:grpFill/>
              <a:ln w="9525" cap="flat">
                <a:noFill/>
                <a:prstDash val="solid"/>
                <a:miter/>
              </a:ln>
            </p:spPr>
            <p:txBody>
              <a:bodyPr rtlCol="0" anchor="ctr"/>
              <a:lstStyle/>
              <a:p>
                <a:endParaRPr lang="fr-FR"/>
              </a:p>
            </p:txBody>
          </p:sp>
          <p:sp>
            <p:nvSpPr>
              <p:cNvPr id="24" name="Forme libre : forme 78">
                <a:extLst>
                  <a:ext uri="{FF2B5EF4-FFF2-40B4-BE49-F238E27FC236}">
                    <a16:creationId xmlns:a16="http://schemas.microsoft.com/office/drawing/2014/main" id="{02DD9537-4EFC-2DB5-25FB-46BD40D38A8F}"/>
                  </a:ext>
                </a:extLst>
              </p:cNvPr>
              <p:cNvSpPr/>
              <p:nvPr/>
            </p:nvSpPr>
            <p:spPr>
              <a:xfrm>
                <a:off x="7217845" y="4561447"/>
                <a:ext cx="354816" cy="446265"/>
              </a:xfrm>
              <a:custGeom>
                <a:avLst/>
                <a:gdLst>
                  <a:gd name="connsiteX0" fmla="*/ 352503 w 354816"/>
                  <a:gd name="connsiteY0" fmla="*/ 445043 h 446265"/>
                  <a:gd name="connsiteX1" fmla="*/ 269729 w 354816"/>
                  <a:gd name="connsiteY1" fmla="*/ 443996 h 446265"/>
                  <a:gd name="connsiteX2" fmla="*/ 242394 w 354816"/>
                  <a:gd name="connsiteY2" fmla="*/ 421802 h 446265"/>
                  <a:gd name="connsiteX3" fmla="*/ 193625 w 354816"/>
                  <a:gd name="connsiteY3" fmla="*/ 323600 h 446265"/>
                  <a:gd name="connsiteX4" fmla="*/ 140477 w 354816"/>
                  <a:gd name="connsiteY4" fmla="*/ 290167 h 446265"/>
                  <a:gd name="connsiteX5" fmla="*/ 84469 w 354816"/>
                  <a:gd name="connsiteY5" fmla="*/ 290167 h 446265"/>
                  <a:gd name="connsiteX6" fmla="*/ 84945 w 354816"/>
                  <a:gd name="connsiteY6" fmla="*/ 413992 h 446265"/>
                  <a:gd name="connsiteX7" fmla="*/ 37320 w 354816"/>
                  <a:gd name="connsiteY7" fmla="*/ 444853 h 446265"/>
                  <a:gd name="connsiteX8" fmla="*/ -2303 w 354816"/>
                  <a:gd name="connsiteY8" fmla="*/ 412753 h 446265"/>
                  <a:gd name="connsiteX9" fmla="*/ -2303 w 354816"/>
                  <a:gd name="connsiteY9" fmla="*/ 33468 h 446265"/>
                  <a:gd name="connsiteX10" fmla="*/ 32272 w 354816"/>
                  <a:gd name="connsiteY10" fmla="*/ -346 h 446265"/>
                  <a:gd name="connsiteX11" fmla="*/ 184672 w 354816"/>
                  <a:gd name="connsiteY11" fmla="*/ 226 h 446265"/>
                  <a:gd name="connsiteX12" fmla="*/ 331168 w 354816"/>
                  <a:gd name="connsiteY12" fmla="*/ 95476 h 446265"/>
                  <a:gd name="connsiteX13" fmla="*/ 280971 w 354816"/>
                  <a:gd name="connsiteY13" fmla="*/ 259496 h 446265"/>
                  <a:gd name="connsiteX14" fmla="*/ 266206 w 354816"/>
                  <a:gd name="connsiteY14" fmla="*/ 272260 h 446265"/>
                  <a:gd name="connsiteX15" fmla="*/ 352503 w 354816"/>
                  <a:gd name="connsiteY15" fmla="*/ 445043 h 446265"/>
                  <a:gd name="connsiteX16" fmla="*/ 85803 w 354816"/>
                  <a:gd name="connsiteY16" fmla="*/ 211395 h 446265"/>
                  <a:gd name="connsiteX17" fmla="*/ 190578 w 354816"/>
                  <a:gd name="connsiteY17" fmla="*/ 210728 h 446265"/>
                  <a:gd name="connsiteX18" fmla="*/ 251061 w 354816"/>
                  <a:gd name="connsiteY18" fmla="*/ 139643 h 446265"/>
                  <a:gd name="connsiteX19" fmla="*/ 195150 w 354816"/>
                  <a:gd name="connsiteY19" fmla="*/ 79664 h 446265"/>
                  <a:gd name="connsiteX20" fmla="*/ 85517 w 354816"/>
                  <a:gd name="connsiteY20" fmla="*/ 78902 h 44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4816" h="446265">
                    <a:moveTo>
                      <a:pt x="352503" y="445043"/>
                    </a:moveTo>
                    <a:cubicBezTo>
                      <a:pt x="324880" y="446386"/>
                      <a:pt x="297258" y="446043"/>
                      <a:pt x="269729" y="443996"/>
                    </a:cubicBezTo>
                    <a:cubicBezTo>
                      <a:pt x="258014" y="440548"/>
                      <a:pt x="248203" y="432556"/>
                      <a:pt x="242394" y="421802"/>
                    </a:cubicBezTo>
                    <a:cubicBezTo>
                      <a:pt x="224107" y="390094"/>
                      <a:pt x="207817" y="357299"/>
                      <a:pt x="193625" y="323600"/>
                    </a:cubicBezTo>
                    <a:cubicBezTo>
                      <a:pt x="183149" y="297691"/>
                      <a:pt x="168670" y="286262"/>
                      <a:pt x="140477" y="290167"/>
                    </a:cubicBezTo>
                    <a:cubicBezTo>
                      <a:pt x="121806" y="291329"/>
                      <a:pt x="103137" y="291329"/>
                      <a:pt x="84469" y="290167"/>
                    </a:cubicBezTo>
                    <a:cubicBezTo>
                      <a:pt x="84469" y="334172"/>
                      <a:pt x="82755" y="374177"/>
                      <a:pt x="84945" y="413992"/>
                    </a:cubicBezTo>
                    <a:cubicBezTo>
                      <a:pt x="87327" y="455425"/>
                      <a:pt x="58275" y="443138"/>
                      <a:pt x="37320" y="444853"/>
                    </a:cubicBezTo>
                    <a:cubicBezTo>
                      <a:pt x="14271" y="446662"/>
                      <a:pt x="-2780" y="445805"/>
                      <a:pt x="-2303" y="412753"/>
                    </a:cubicBezTo>
                    <a:cubicBezTo>
                      <a:pt x="-398" y="286356"/>
                      <a:pt x="-780" y="159865"/>
                      <a:pt x="-2303" y="33468"/>
                    </a:cubicBezTo>
                    <a:cubicBezTo>
                      <a:pt x="-2303" y="6607"/>
                      <a:pt x="6078" y="-1298"/>
                      <a:pt x="32272" y="-346"/>
                    </a:cubicBezTo>
                    <a:cubicBezTo>
                      <a:pt x="83041" y="1464"/>
                      <a:pt x="133903" y="130"/>
                      <a:pt x="184672" y="226"/>
                    </a:cubicBezTo>
                    <a:cubicBezTo>
                      <a:pt x="257823" y="226"/>
                      <a:pt x="308497" y="33468"/>
                      <a:pt x="331168" y="95476"/>
                    </a:cubicBezTo>
                    <a:cubicBezTo>
                      <a:pt x="353836" y="157484"/>
                      <a:pt x="336118" y="212348"/>
                      <a:pt x="280971" y="259496"/>
                    </a:cubicBezTo>
                    <a:lnTo>
                      <a:pt x="266206" y="272260"/>
                    </a:lnTo>
                    <a:cubicBezTo>
                      <a:pt x="293828" y="327600"/>
                      <a:pt x="320975" y="381988"/>
                      <a:pt x="352503" y="445043"/>
                    </a:cubicBezTo>
                    <a:close/>
                    <a:moveTo>
                      <a:pt x="85803" y="211395"/>
                    </a:moveTo>
                    <a:cubicBezTo>
                      <a:pt x="122950" y="211395"/>
                      <a:pt x="157146" y="213681"/>
                      <a:pt x="190578" y="210728"/>
                    </a:cubicBezTo>
                    <a:cubicBezTo>
                      <a:pt x="226962" y="207804"/>
                      <a:pt x="254014" y="175981"/>
                      <a:pt x="251061" y="139643"/>
                    </a:cubicBezTo>
                    <a:cubicBezTo>
                      <a:pt x="248680" y="109087"/>
                      <a:pt x="225439" y="84246"/>
                      <a:pt x="195150" y="79664"/>
                    </a:cubicBezTo>
                    <a:cubicBezTo>
                      <a:pt x="158669" y="77549"/>
                      <a:pt x="122092" y="77292"/>
                      <a:pt x="85517" y="78902"/>
                    </a:cubicBezTo>
                    <a:close/>
                  </a:path>
                </a:pathLst>
              </a:custGeom>
              <a:grpFill/>
              <a:ln w="9525" cap="flat">
                <a:noFill/>
                <a:prstDash val="solid"/>
                <a:miter/>
              </a:ln>
            </p:spPr>
            <p:txBody>
              <a:bodyPr rtlCol="0" anchor="ctr"/>
              <a:lstStyle/>
              <a:p>
                <a:endParaRPr lang="fr-FR"/>
              </a:p>
            </p:txBody>
          </p:sp>
          <p:sp>
            <p:nvSpPr>
              <p:cNvPr id="25" name="Forme libre : forme 79">
                <a:extLst>
                  <a:ext uri="{FF2B5EF4-FFF2-40B4-BE49-F238E27FC236}">
                    <a16:creationId xmlns:a16="http://schemas.microsoft.com/office/drawing/2014/main" id="{A0F2C53F-1C74-224C-B5CB-88F652CA121B}"/>
                  </a:ext>
                </a:extLst>
              </p:cNvPr>
              <p:cNvSpPr/>
              <p:nvPr/>
            </p:nvSpPr>
            <p:spPr>
              <a:xfrm>
                <a:off x="5614299" y="5162144"/>
                <a:ext cx="380951" cy="443651"/>
              </a:xfrm>
              <a:custGeom>
                <a:avLst/>
                <a:gdLst>
                  <a:gd name="connsiteX0" fmla="*/ -2291 w 380951"/>
                  <a:gd name="connsiteY0" fmla="*/ 220869 h 443651"/>
                  <a:gd name="connsiteX1" fmla="*/ -2291 w 380951"/>
                  <a:gd name="connsiteY1" fmla="*/ 29226 h 443651"/>
                  <a:gd name="connsiteX2" fmla="*/ 26284 w 380951"/>
                  <a:gd name="connsiteY2" fmla="*/ -396 h 443651"/>
                  <a:gd name="connsiteX3" fmla="*/ 168300 w 380951"/>
                  <a:gd name="connsiteY3" fmla="*/ 1223 h 443651"/>
                  <a:gd name="connsiteX4" fmla="*/ 378613 w 380951"/>
                  <a:gd name="connsiteY4" fmla="*/ 224203 h 443651"/>
                  <a:gd name="connsiteX5" fmla="*/ 159538 w 380951"/>
                  <a:gd name="connsiteY5" fmla="*/ 442326 h 443651"/>
                  <a:gd name="connsiteX6" fmla="*/ 28188 w 380951"/>
                  <a:gd name="connsiteY6" fmla="*/ 443183 h 443651"/>
                  <a:gd name="connsiteX7" fmla="*/ -2291 w 380951"/>
                  <a:gd name="connsiteY7" fmla="*/ 412512 h 443651"/>
                  <a:gd name="connsiteX8" fmla="*/ -2291 w 380951"/>
                  <a:gd name="connsiteY8" fmla="*/ 220869 h 443651"/>
                  <a:gd name="connsiteX9" fmla="*/ 87719 w 380951"/>
                  <a:gd name="connsiteY9" fmla="*/ 361745 h 443651"/>
                  <a:gd name="connsiteX10" fmla="*/ 270790 w 380951"/>
                  <a:gd name="connsiteY10" fmla="*/ 291831 h 443651"/>
                  <a:gd name="connsiteX11" fmla="*/ 262981 w 380951"/>
                  <a:gd name="connsiteY11" fmla="*/ 138669 h 443651"/>
                  <a:gd name="connsiteX12" fmla="*/ 87719 w 380951"/>
                  <a:gd name="connsiteY12" fmla="*/ 82471 h 443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951" h="443651">
                    <a:moveTo>
                      <a:pt x="-2291" y="220869"/>
                    </a:moveTo>
                    <a:cubicBezTo>
                      <a:pt x="-2291" y="156957"/>
                      <a:pt x="-1624" y="93139"/>
                      <a:pt x="-2291" y="29226"/>
                    </a:cubicBezTo>
                    <a:cubicBezTo>
                      <a:pt x="-2291" y="8271"/>
                      <a:pt x="3994" y="-968"/>
                      <a:pt x="26284" y="-396"/>
                    </a:cubicBezTo>
                    <a:cubicBezTo>
                      <a:pt x="73909" y="747"/>
                      <a:pt x="121534" y="-1730"/>
                      <a:pt x="168300" y="1223"/>
                    </a:cubicBezTo>
                    <a:cubicBezTo>
                      <a:pt x="285363" y="8653"/>
                      <a:pt x="380422" y="110570"/>
                      <a:pt x="378613" y="224203"/>
                    </a:cubicBezTo>
                    <a:cubicBezTo>
                      <a:pt x="376804" y="341361"/>
                      <a:pt x="279554" y="438801"/>
                      <a:pt x="159538" y="442326"/>
                    </a:cubicBezTo>
                    <a:cubicBezTo>
                      <a:pt x="115818" y="443564"/>
                      <a:pt x="71909" y="441564"/>
                      <a:pt x="28188" y="443183"/>
                    </a:cubicBezTo>
                    <a:cubicBezTo>
                      <a:pt x="4757" y="443945"/>
                      <a:pt x="-2768" y="435563"/>
                      <a:pt x="-2291" y="412512"/>
                    </a:cubicBezTo>
                    <a:cubicBezTo>
                      <a:pt x="-1433" y="348600"/>
                      <a:pt x="-2291" y="284782"/>
                      <a:pt x="-2291" y="220869"/>
                    </a:cubicBezTo>
                    <a:close/>
                    <a:moveTo>
                      <a:pt x="87719" y="361745"/>
                    </a:moveTo>
                    <a:cubicBezTo>
                      <a:pt x="163919" y="368698"/>
                      <a:pt x="230594" y="361268"/>
                      <a:pt x="270790" y="291831"/>
                    </a:cubicBezTo>
                    <a:cubicBezTo>
                      <a:pt x="300699" y="244234"/>
                      <a:pt x="297651" y="182969"/>
                      <a:pt x="262981" y="138669"/>
                    </a:cubicBezTo>
                    <a:cubicBezTo>
                      <a:pt x="219260" y="77994"/>
                      <a:pt x="155824" y="74280"/>
                      <a:pt x="87719" y="82471"/>
                    </a:cubicBezTo>
                    <a:close/>
                  </a:path>
                </a:pathLst>
              </a:custGeom>
              <a:grpFill/>
              <a:ln w="9525" cap="flat">
                <a:noFill/>
                <a:prstDash val="solid"/>
                <a:miter/>
              </a:ln>
            </p:spPr>
            <p:txBody>
              <a:bodyPr rtlCol="0" anchor="ctr"/>
              <a:lstStyle/>
              <a:p>
                <a:endParaRPr lang="fr-FR"/>
              </a:p>
            </p:txBody>
          </p:sp>
          <p:sp>
            <p:nvSpPr>
              <p:cNvPr id="26" name="Forme libre : forme 80">
                <a:extLst>
                  <a:ext uri="{FF2B5EF4-FFF2-40B4-BE49-F238E27FC236}">
                    <a16:creationId xmlns:a16="http://schemas.microsoft.com/office/drawing/2014/main" id="{EDAA42CD-331D-B1C4-A6E3-8C34D9FDEE07}"/>
                  </a:ext>
                </a:extLst>
              </p:cNvPr>
              <p:cNvSpPr/>
              <p:nvPr/>
            </p:nvSpPr>
            <p:spPr>
              <a:xfrm>
                <a:off x="5215301" y="4562018"/>
                <a:ext cx="376298" cy="446830"/>
              </a:xfrm>
              <a:custGeom>
                <a:avLst/>
                <a:gdLst>
                  <a:gd name="connsiteX0" fmla="*/ 84190 w 376298"/>
                  <a:gd name="connsiteY0" fmla="*/ 166818 h 446830"/>
                  <a:gd name="connsiteX1" fmla="*/ 284215 w 376298"/>
                  <a:gd name="connsiteY1" fmla="*/ 166818 h 446830"/>
                  <a:gd name="connsiteX2" fmla="*/ 284215 w 376298"/>
                  <a:gd name="connsiteY2" fmla="*/ -59 h 446830"/>
                  <a:gd name="connsiteX3" fmla="*/ 341365 w 376298"/>
                  <a:gd name="connsiteY3" fmla="*/ -59 h 446830"/>
                  <a:gd name="connsiteX4" fmla="*/ 373179 w 376298"/>
                  <a:gd name="connsiteY4" fmla="*/ 32992 h 446830"/>
                  <a:gd name="connsiteX5" fmla="*/ 373179 w 376298"/>
                  <a:gd name="connsiteY5" fmla="*/ 355699 h 446830"/>
                  <a:gd name="connsiteX6" fmla="*/ 373179 w 376298"/>
                  <a:gd name="connsiteY6" fmla="*/ 401800 h 446830"/>
                  <a:gd name="connsiteX7" fmla="*/ 329935 w 376298"/>
                  <a:gd name="connsiteY7" fmla="*/ 446377 h 446830"/>
                  <a:gd name="connsiteX8" fmla="*/ 285073 w 376298"/>
                  <a:gd name="connsiteY8" fmla="*/ 399705 h 446830"/>
                  <a:gd name="connsiteX9" fmla="*/ 285740 w 376298"/>
                  <a:gd name="connsiteY9" fmla="*/ 255877 h 446830"/>
                  <a:gd name="connsiteX10" fmla="*/ 84762 w 376298"/>
                  <a:gd name="connsiteY10" fmla="*/ 255877 h 446830"/>
                  <a:gd name="connsiteX11" fmla="*/ 85620 w 376298"/>
                  <a:gd name="connsiteY11" fmla="*/ 408277 h 446830"/>
                  <a:gd name="connsiteX12" fmla="*/ 39518 w 376298"/>
                  <a:gd name="connsiteY12" fmla="*/ 445615 h 446830"/>
                  <a:gd name="connsiteX13" fmla="*/ -2296 w 376298"/>
                  <a:gd name="connsiteY13" fmla="*/ 407515 h 446830"/>
                  <a:gd name="connsiteX14" fmla="*/ -2296 w 376298"/>
                  <a:gd name="connsiteY14" fmla="*/ 35088 h 446830"/>
                  <a:gd name="connsiteX15" fmla="*/ 41709 w 376298"/>
                  <a:gd name="connsiteY15" fmla="*/ -155 h 446830"/>
                  <a:gd name="connsiteX16" fmla="*/ 85525 w 376298"/>
                  <a:gd name="connsiteY16" fmla="*/ 34897 h 446830"/>
                  <a:gd name="connsiteX17" fmla="*/ 84190 w 376298"/>
                  <a:gd name="connsiteY17" fmla="*/ 166818 h 446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6298" h="446830">
                    <a:moveTo>
                      <a:pt x="84190" y="166818"/>
                    </a:moveTo>
                    <a:lnTo>
                      <a:pt x="284215" y="166818"/>
                    </a:lnTo>
                    <a:lnTo>
                      <a:pt x="284215" y="-59"/>
                    </a:lnTo>
                    <a:cubicBezTo>
                      <a:pt x="306695" y="-59"/>
                      <a:pt x="323936" y="1369"/>
                      <a:pt x="341365" y="-59"/>
                    </a:cubicBezTo>
                    <a:cubicBezTo>
                      <a:pt x="367368" y="-2727"/>
                      <a:pt x="373370" y="9466"/>
                      <a:pt x="373179" y="32992"/>
                    </a:cubicBezTo>
                    <a:cubicBezTo>
                      <a:pt x="372321" y="140529"/>
                      <a:pt x="373179" y="248162"/>
                      <a:pt x="373179" y="355699"/>
                    </a:cubicBezTo>
                    <a:cubicBezTo>
                      <a:pt x="372226" y="371053"/>
                      <a:pt x="372226" y="386446"/>
                      <a:pt x="373179" y="401800"/>
                    </a:cubicBezTo>
                    <a:cubicBezTo>
                      <a:pt x="377560" y="435995"/>
                      <a:pt x="364226" y="445615"/>
                      <a:pt x="329935" y="446377"/>
                    </a:cubicBezTo>
                    <a:cubicBezTo>
                      <a:pt x="292598" y="447139"/>
                      <a:pt x="283073" y="434566"/>
                      <a:pt x="285073" y="399705"/>
                    </a:cubicBezTo>
                    <a:cubicBezTo>
                      <a:pt x="287836" y="352746"/>
                      <a:pt x="285740" y="305502"/>
                      <a:pt x="285740" y="255877"/>
                    </a:cubicBezTo>
                    <a:lnTo>
                      <a:pt x="84762" y="255877"/>
                    </a:lnTo>
                    <a:cubicBezTo>
                      <a:pt x="84762" y="307407"/>
                      <a:pt x="82095" y="358080"/>
                      <a:pt x="85620" y="408277"/>
                    </a:cubicBezTo>
                    <a:cubicBezTo>
                      <a:pt x="88476" y="448187"/>
                      <a:pt x="65712" y="444472"/>
                      <a:pt x="39518" y="445615"/>
                    </a:cubicBezTo>
                    <a:cubicBezTo>
                      <a:pt x="10943" y="446853"/>
                      <a:pt x="-2868" y="441519"/>
                      <a:pt x="-2296" y="407515"/>
                    </a:cubicBezTo>
                    <a:cubicBezTo>
                      <a:pt x="-200" y="283433"/>
                      <a:pt x="-200" y="159294"/>
                      <a:pt x="-2296" y="35088"/>
                    </a:cubicBezTo>
                    <a:cubicBezTo>
                      <a:pt x="-2963" y="-2155"/>
                      <a:pt x="16754" y="-250"/>
                      <a:pt x="41709" y="-155"/>
                    </a:cubicBezTo>
                    <a:cubicBezTo>
                      <a:pt x="66665" y="-59"/>
                      <a:pt x="88287" y="-2727"/>
                      <a:pt x="85525" y="34897"/>
                    </a:cubicBezTo>
                    <a:cubicBezTo>
                      <a:pt x="81713" y="77760"/>
                      <a:pt x="84190" y="121384"/>
                      <a:pt x="84190" y="166818"/>
                    </a:cubicBezTo>
                    <a:close/>
                  </a:path>
                </a:pathLst>
              </a:custGeom>
              <a:grpFill/>
              <a:ln w="9525" cap="flat">
                <a:noFill/>
                <a:prstDash val="solid"/>
                <a:miter/>
              </a:ln>
            </p:spPr>
            <p:txBody>
              <a:bodyPr rtlCol="0" anchor="ctr"/>
              <a:lstStyle/>
              <a:p>
                <a:endParaRPr lang="fr-FR"/>
              </a:p>
            </p:txBody>
          </p:sp>
          <p:sp>
            <p:nvSpPr>
              <p:cNvPr id="27" name="Forme libre : forme 81">
                <a:extLst>
                  <a:ext uri="{FF2B5EF4-FFF2-40B4-BE49-F238E27FC236}">
                    <a16:creationId xmlns:a16="http://schemas.microsoft.com/office/drawing/2014/main" id="{F088EE6A-F98E-25D3-9D80-1F6A0A614CA1}"/>
                  </a:ext>
                </a:extLst>
              </p:cNvPr>
              <p:cNvSpPr/>
              <p:nvPr/>
            </p:nvSpPr>
            <p:spPr>
              <a:xfrm>
                <a:off x="6340877" y="4561103"/>
                <a:ext cx="373884" cy="446393"/>
              </a:xfrm>
              <a:custGeom>
                <a:avLst/>
                <a:gdLst>
                  <a:gd name="connsiteX0" fmla="*/ 285542 w 373884"/>
                  <a:gd name="connsiteY0" fmla="*/ 255554 h 446393"/>
                  <a:gd name="connsiteX1" fmla="*/ 85517 w 373884"/>
                  <a:gd name="connsiteY1" fmla="*/ 255554 h 446393"/>
                  <a:gd name="connsiteX2" fmla="*/ 86280 w 373884"/>
                  <a:gd name="connsiteY2" fmla="*/ 411002 h 446393"/>
                  <a:gd name="connsiteX3" fmla="*/ 44750 w 373884"/>
                  <a:gd name="connsiteY3" fmla="*/ 445673 h 446393"/>
                  <a:gd name="connsiteX4" fmla="*/ -2303 w 373884"/>
                  <a:gd name="connsiteY4" fmla="*/ 413097 h 446393"/>
                  <a:gd name="connsiteX5" fmla="*/ -2303 w 373884"/>
                  <a:gd name="connsiteY5" fmla="*/ 33431 h 446393"/>
                  <a:gd name="connsiteX6" fmla="*/ 47703 w 373884"/>
                  <a:gd name="connsiteY6" fmla="*/ 760 h 446393"/>
                  <a:gd name="connsiteX7" fmla="*/ 85803 w 373884"/>
                  <a:gd name="connsiteY7" fmla="*/ 34098 h 446393"/>
                  <a:gd name="connsiteX8" fmla="*/ 85136 w 373884"/>
                  <a:gd name="connsiteY8" fmla="*/ 167448 h 446393"/>
                  <a:gd name="connsiteX9" fmla="*/ 285161 w 373884"/>
                  <a:gd name="connsiteY9" fmla="*/ 167448 h 446393"/>
                  <a:gd name="connsiteX10" fmla="*/ 284398 w 373884"/>
                  <a:gd name="connsiteY10" fmla="*/ 43147 h 446393"/>
                  <a:gd name="connsiteX11" fmla="*/ 327928 w 373884"/>
                  <a:gd name="connsiteY11" fmla="*/ 665 h 446393"/>
                  <a:gd name="connsiteX12" fmla="*/ 367649 w 373884"/>
                  <a:gd name="connsiteY12" fmla="*/ 665 h 446393"/>
                  <a:gd name="connsiteX13" fmla="*/ 370600 w 373884"/>
                  <a:gd name="connsiteY13" fmla="*/ 31907 h 446393"/>
                  <a:gd name="connsiteX14" fmla="*/ 371553 w 373884"/>
                  <a:gd name="connsiteY14" fmla="*/ 411574 h 446393"/>
                  <a:gd name="connsiteX15" fmla="*/ 326310 w 373884"/>
                  <a:gd name="connsiteY15" fmla="*/ 445483 h 446393"/>
                  <a:gd name="connsiteX16" fmla="*/ 284305 w 373884"/>
                  <a:gd name="connsiteY16" fmla="*/ 411764 h 446393"/>
                  <a:gd name="connsiteX17" fmla="*/ 285542 w 373884"/>
                  <a:gd name="connsiteY17" fmla="*/ 255554 h 44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884" h="446393">
                    <a:moveTo>
                      <a:pt x="285542" y="255554"/>
                    </a:moveTo>
                    <a:lnTo>
                      <a:pt x="85517" y="255554"/>
                    </a:lnTo>
                    <a:cubicBezTo>
                      <a:pt x="85517" y="307942"/>
                      <a:pt x="83422" y="359567"/>
                      <a:pt x="86280" y="411002"/>
                    </a:cubicBezTo>
                    <a:cubicBezTo>
                      <a:pt x="88280" y="445863"/>
                      <a:pt x="69707" y="446911"/>
                      <a:pt x="44750" y="445673"/>
                    </a:cubicBezTo>
                    <a:cubicBezTo>
                      <a:pt x="22082" y="444530"/>
                      <a:pt x="-2875" y="452817"/>
                      <a:pt x="-2303" y="413097"/>
                    </a:cubicBezTo>
                    <a:cubicBezTo>
                      <a:pt x="-494" y="286606"/>
                      <a:pt x="-494" y="160047"/>
                      <a:pt x="-2303" y="33431"/>
                    </a:cubicBezTo>
                    <a:cubicBezTo>
                      <a:pt x="-2875" y="-9622"/>
                      <a:pt x="25128" y="2760"/>
                      <a:pt x="47703" y="760"/>
                    </a:cubicBezTo>
                    <a:cubicBezTo>
                      <a:pt x="72467" y="-1526"/>
                      <a:pt x="88089" y="2570"/>
                      <a:pt x="85803" y="34098"/>
                    </a:cubicBezTo>
                    <a:cubicBezTo>
                      <a:pt x="83231" y="77532"/>
                      <a:pt x="85136" y="121251"/>
                      <a:pt x="85136" y="167448"/>
                    </a:cubicBezTo>
                    <a:lnTo>
                      <a:pt x="285161" y="167448"/>
                    </a:lnTo>
                    <a:cubicBezTo>
                      <a:pt x="285161" y="125157"/>
                      <a:pt x="287352" y="84009"/>
                      <a:pt x="284398" y="43147"/>
                    </a:cubicBezTo>
                    <a:cubicBezTo>
                      <a:pt x="281924" y="8476"/>
                      <a:pt x="293923" y="-4478"/>
                      <a:pt x="327928" y="665"/>
                    </a:cubicBezTo>
                    <a:cubicBezTo>
                      <a:pt x="341169" y="1532"/>
                      <a:pt x="354408" y="1532"/>
                      <a:pt x="367649" y="665"/>
                    </a:cubicBezTo>
                    <a:cubicBezTo>
                      <a:pt x="368886" y="13714"/>
                      <a:pt x="370600" y="22763"/>
                      <a:pt x="370600" y="31907"/>
                    </a:cubicBezTo>
                    <a:cubicBezTo>
                      <a:pt x="370600" y="158494"/>
                      <a:pt x="369172" y="284986"/>
                      <a:pt x="371553" y="411574"/>
                    </a:cubicBezTo>
                    <a:cubicBezTo>
                      <a:pt x="372316" y="450817"/>
                      <a:pt x="349836" y="444911"/>
                      <a:pt x="326310" y="445483"/>
                    </a:cubicBezTo>
                    <a:cubicBezTo>
                      <a:pt x="302783" y="446054"/>
                      <a:pt x="282112" y="447578"/>
                      <a:pt x="284305" y="411764"/>
                    </a:cubicBezTo>
                    <a:cubicBezTo>
                      <a:pt x="288210" y="361377"/>
                      <a:pt x="285542" y="310513"/>
                      <a:pt x="285542" y="255554"/>
                    </a:cubicBezTo>
                    <a:close/>
                  </a:path>
                </a:pathLst>
              </a:custGeom>
              <a:grpFill/>
              <a:ln w="9525" cap="flat">
                <a:noFill/>
                <a:prstDash val="solid"/>
                <a:miter/>
              </a:ln>
            </p:spPr>
            <p:txBody>
              <a:bodyPr rtlCol="0" anchor="ctr"/>
              <a:lstStyle/>
              <a:p>
                <a:endParaRPr lang="fr-FR"/>
              </a:p>
            </p:txBody>
          </p:sp>
          <p:sp>
            <p:nvSpPr>
              <p:cNvPr id="28" name="Forme libre : forme 82">
                <a:extLst>
                  <a:ext uri="{FF2B5EF4-FFF2-40B4-BE49-F238E27FC236}">
                    <a16:creationId xmlns:a16="http://schemas.microsoft.com/office/drawing/2014/main" id="{0A409FC6-935E-EBC3-1547-40EEC799BD93}"/>
                  </a:ext>
                </a:extLst>
              </p:cNvPr>
              <p:cNvSpPr/>
              <p:nvPr/>
            </p:nvSpPr>
            <p:spPr>
              <a:xfrm>
                <a:off x="6820160" y="4562634"/>
                <a:ext cx="325548" cy="444984"/>
              </a:xfrm>
              <a:custGeom>
                <a:avLst/>
                <a:gdLst>
                  <a:gd name="connsiteX0" fmla="*/ 258793 w 325548"/>
                  <a:gd name="connsiteY0" fmla="*/ 171917 h 444984"/>
                  <a:gd name="connsiteX1" fmla="*/ 196022 w 325548"/>
                  <a:gd name="connsiteY1" fmla="*/ 252785 h 444984"/>
                  <a:gd name="connsiteX2" fmla="*/ 85247 w 325548"/>
                  <a:gd name="connsiteY2" fmla="*/ 252785 h 444984"/>
                  <a:gd name="connsiteX3" fmla="*/ 85247 w 325548"/>
                  <a:gd name="connsiteY3" fmla="*/ 361941 h 444984"/>
                  <a:gd name="connsiteX4" fmla="*/ 274129 w 325548"/>
                  <a:gd name="connsiteY4" fmla="*/ 361941 h 444984"/>
                  <a:gd name="connsiteX5" fmla="*/ 323182 w 325548"/>
                  <a:gd name="connsiteY5" fmla="*/ 406880 h 444984"/>
                  <a:gd name="connsiteX6" fmla="*/ 315752 w 325548"/>
                  <a:gd name="connsiteY6" fmla="*/ 434426 h 444984"/>
                  <a:gd name="connsiteX7" fmla="*/ 294988 w 325548"/>
                  <a:gd name="connsiteY7" fmla="*/ 443951 h 444984"/>
                  <a:gd name="connsiteX8" fmla="*/ 21716 w 325548"/>
                  <a:gd name="connsiteY8" fmla="*/ 443951 h 444984"/>
                  <a:gd name="connsiteX9" fmla="*/ -1240 w 325548"/>
                  <a:gd name="connsiteY9" fmla="*/ 426330 h 444984"/>
                  <a:gd name="connsiteX10" fmla="*/ -2287 w 325548"/>
                  <a:gd name="connsiteY10" fmla="*/ 181 h 444984"/>
                  <a:gd name="connsiteX11" fmla="*/ 81722 w 325548"/>
                  <a:gd name="connsiteY11" fmla="*/ 181 h 444984"/>
                  <a:gd name="connsiteX12" fmla="*/ 284033 w 325548"/>
                  <a:gd name="connsiteY12" fmla="*/ -390 h 444984"/>
                  <a:gd name="connsiteX13" fmla="*/ 311943 w 325548"/>
                  <a:gd name="connsiteY13" fmla="*/ 39329 h 444984"/>
                  <a:gd name="connsiteX14" fmla="*/ 283368 w 325548"/>
                  <a:gd name="connsiteY14" fmla="*/ 82763 h 444984"/>
                  <a:gd name="connsiteX15" fmla="*/ 85724 w 325548"/>
                  <a:gd name="connsiteY15" fmla="*/ 82763 h 444984"/>
                  <a:gd name="connsiteX16" fmla="*/ 85724 w 325548"/>
                  <a:gd name="connsiteY16" fmla="*/ 173156 h 44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5548" h="444984">
                    <a:moveTo>
                      <a:pt x="258793" y="171917"/>
                    </a:moveTo>
                    <a:cubicBezTo>
                      <a:pt x="266890" y="252785"/>
                      <a:pt x="266890" y="252785"/>
                      <a:pt x="196022" y="252785"/>
                    </a:cubicBezTo>
                    <a:lnTo>
                      <a:pt x="85247" y="252785"/>
                    </a:lnTo>
                    <a:lnTo>
                      <a:pt x="85247" y="361941"/>
                    </a:lnTo>
                    <a:lnTo>
                      <a:pt x="274129" y="361941"/>
                    </a:lnTo>
                    <a:cubicBezTo>
                      <a:pt x="300132" y="360798"/>
                      <a:pt x="322038" y="380924"/>
                      <a:pt x="323182" y="406880"/>
                    </a:cubicBezTo>
                    <a:cubicBezTo>
                      <a:pt x="323658" y="416615"/>
                      <a:pt x="320991" y="426234"/>
                      <a:pt x="315752" y="434426"/>
                    </a:cubicBezTo>
                    <a:cubicBezTo>
                      <a:pt x="310513" y="440446"/>
                      <a:pt x="302988" y="443923"/>
                      <a:pt x="294988" y="443951"/>
                    </a:cubicBezTo>
                    <a:cubicBezTo>
                      <a:pt x="203929" y="444618"/>
                      <a:pt x="112774" y="444904"/>
                      <a:pt x="21716" y="443951"/>
                    </a:cubicBezTo>
                    <a:cubicBezTo>
                      <a:pt x="13619" y="443951"/>
                      <a:pt x="-1145" y="432521"/>
                      <a:pt x="-1240" y="426330"/>
                    </a:cubicBezTo>
                    <a:cubicBezTo>
                      <a:pt x="-2573" y="285931"/>
                      <a:pt x="-2287" y="145533"/>
                      <a:pt x="-2287" y="181"/>
                    </a:cubicBezTo>
                    <a:lnTo>
                      <a:pt x="81722" y="181"/>
                    </a:lnTo>
                    <a:cubicBezTo>
                      <a:pt x="149160" y="181"/>
                      <a:pt x="216598" y="1515"/>
                      <a:pt x="284033" y="-390"/>
                    </a:cubicBezTo>
                    <a:cubicBezTo>
                      <a:pt x="317561" y="-1342"/>
                      <a:pt x="312608" y="19803"/>
                      <a:pt x="311943" y="39329"/>
                    </a:cubicBezTo>
                    <a:cubicBezTo>
                      <a:pt x="311276" y="58856"/>
                      <a:pt x="319847" y="83620"/>
                      <a:pt x="283368" y="82763"/>
                    </a:cubicBezTo>
                    <a:cubicBezTo>
                      <a:pt x="218407" y="81239"/>
                      <a:pt x="153350" y="82763"/>
                      <a:pt x="85724" y="82763"/>
                    </a:cubicBezTo>
                    <a:lnTo>
                      <a:pt x="85724" y="173156"/>
                    </a:lnTo>
                    <a:close/>
                  </a:path>
                </a:pathLst>
              </a:custGeom>
              <a:grpFill/>
              <a:ln w="9525" cap="flat">
                <a:noFill/>
                <a:prstDash val="solid"/>
                <a:miter/>
              </a:ln>
            </p:spPr>
            <p:txBody>
              <a:bodyPr rtlCol="0" anchor="ctr"/>
              <a:lstStyle/>
              <a:p>
                <a:endParaRPr lang="fr-FR"/>
              </a:p>
            </p:txBody>
          </p:sp>
          <p:sp>
            <p:nvSpPr>
              <p:cNvPr id="29" name="Forme libre : forme 83">
                <a:extLst>
                  <a:ext uri="{FF2B5EF4-FFF2-40B4-BE49-F238E27FC236}">
                    <a16:creationId xmlns:a16="http://schemas.microsoft.com/office/drawing/2014/main" id="{3ADDFB30-48D4-ED97-13E0-AFA270AD581D}"/>
                  </a:ext>
                </a:extLst>
              </p:cNvPr>
              <p:cNvSpPr/>
              <p:nvPr/>
            </p:nvSpPr>
            <p:spPr>
              <a:xfrm>
                <a:off x="5214746" y="5161680"/>
                <a:ext cx="323148" cy="444284"/>
              </a:xfrm>
              <a:custGeom>
                <a:avLst/>
                <a:gdLst>
                  <a:gd name="connsiteX0" fmla="*/ 261720 w 323148"/>
                  <a:gd name="connsiteY0" fmla="*/ 171898 h 444284"/>
                  <a:gd name="connsiteX1" fmla="*/ 261720 w 323148"/>
                  <a:gd name="connsiteY1" fmla="*/ 251908 h 444284"/>
                  <a:gd name="connsiteX2" fmla="*/ 85126 w 323148"/>
                  <a:gd name="connsiteY2" fmla="*/ 251908 h 444284"/>
                  <a:gd name="connsiteX3" fmla="*/ 86366 w 323148"/>
                  <a:gd name="connsiteY3" fmla="*/ 346111 h 444284"/>
                  <a:gd name="connsiteX4" fmla="*/ 113606 w 323148"/>
                  <a:gd name="connsiteY4" fmla="*/ 362589 h 444284"/>
                  <a:gd name="connsiteX5" fmla="*/ 287342 w 323148"/>
                  <a:gd name="connsiteY5" fmla="*/ 362589 h 444284"/>
                  <a:gd name="connsiteX6" fmla="*/ 320775 w 323148"/>
                  <a:gd name="connsiteY6" fmla="*/ 405071 h 444284"/>
                  <a:gd name="connsiteX7" fmla="*/ 287437 w 323148"/>
                  <a:gd name="connsiteY7" fmla="*/ 443837 h 444284"/>
                  <a:gd name="connsiteX8" fmla="*/ 1687 w 323148"/>
                  <a:gd name="connsiteY8" fmla="*/ 443075 h 444284"/>
                  <a:gd name="connsiteX9" fmla="*/ -1552 w 323148"/>
                  <a:gd name="connsiteY9" fmla="*/ 413262 h 444284"/>
                  <a:gd name="connsiteX10" fmla="*/ -2313 w 323148"/>
                  <a:gd name="connsiteY10" fmla="*/ 34072 h 444284"/>
                  <a:gd name="connsiteX11" fmla="*/ 31785 w 323148"/>
                  <a:gd name="connsiteY11" fmla="*/ -409 h 444284"/>
                  <a:gd name="connsiteX12" fmla="*/ 269910 w 323148"/>
                  <a:gd name="connsiteY12" fmla="*/ 163 h 444284"/>
                  <a:gd name="connsiteX13" fmla="*/ 315061 w 323148"/>
                  <a:gd name="connsiteY13" fmla="*/ 47788 h 444284"/>
                  <a:gd name="connsiteX14" fmla="*/ 312298 w 323148"/>
                  <a:gd name="connsiteY14" fmla="*/ 79696 h 444284"/>
                  <a:gd name="connsiteX15" fmla="*/ 87698 w 323148"/>
                  <a:gd name="connsiteY15" fmla="*/ 79696 h 444284"/>
                  <a:gd name="connsiteX16" fmla="*/ 87698 w 323148"/>
                  <a:gd name="connsiteY16" fmla="*/ 171708 h 444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148" h="444284">
                    <a:moveTo>
                      <a:pt x="261720" y="171898"/>
                    </a:moveTo>
                    <a:lnTo>
                      <a:pt x="261720" y="251908"/>
                    </a:lnTo>
                    <a:lnTo>
                      <a:pt x="85126" y="251908"/>
                    </a:lnTo>
                    <a:cubicBezTo>
                      <a:pt x="85126" y="285722"/>
                      <a:pt x="83412" y="316107"/>
                      <a:pt x="86366" y="346111"/>
                    </a:cubicBezTo>
                    <a:cubicBezTo>
                      <a:pt x="87031" y="352683"/>
                      <a:pt x="103890" y="362398"/>
                      <a:pt x="113606" y="362589"/>
                    </a:cubicBezTo>
                    <a:cubicBezTo>
                      <a:pt x="171423" y="364208"/>
                      <a:pt x="229524" y="365351"/>
                      <a:pt x="287342" y="362589"/>
                    </a:cubicBezTo>
                    <a:cubicBezTo>
                      <a:pt x="323061" y="360970"/>
                      <a:pt x="320298" y="381639"/>
                      <a:pt x="320775" y="405071"/>
                    </a:cubicBezTo>
                    <a:cubicBezTo>
                      <a:pt x="321251" y="428502"/>
                      <a:pt x="319728" y="444599"/>
                      <a:pt x="287437" y="443837"/>
                    </a:cubicBezTo>
                    <a:cubicBezTo>
                      <a:pt x="193141" y="441646"/>
                      <a:pt x="98651" y="443075"/>
                      <a:pt x="1687" y="443075"/>
                    </a:cubicBezTo>
                    <a:cubicBezTo>
                      <a:pt x="69" y="433198"/>
                      <a:pt x="-980" y="423254"/>
                      <a:pt x="-1552" y="413262"/>
                    </a:cubicBezTo>
                    <a:cubicBezTo>
                      <a:pt x="-1552" y="286865"/>
                      <a:pt x="-980" y="160469"/>
                      <a:pt x="-2313" y="34072"/>
                    </a:cubicBezTo>
                    <a:cubicBezTo>
                      <a:pt x="-2313" y="7592"/>
                      <a:pt x="5308" y="-790"/>
                      <a:pt x="31785" y="-409"/>
                    </a:cubicBezTo>
                    <a:cubicBezTo>
                      <a:pt x="110939" y="1020"/>
                      <a:pt x="190187" y="67"/>
                      <a:pt x="269910" y="163"/>
                    </a:cubicBezTo>
                    <a:cubicBezTo>
                      <a:pt x="316012" y="163"/>
                      <a:pt x="316108" y="163"/>
                      <a:pt x="315061" y="47788"/>
                    </a:cubicBezTo>
                    <a:cubicBezTo>
                      <a:pt x="315061" y="57313"/>
                      <a:pt x="313536" y="66266"/>
                      <a:pt x="312298" y="79696"/>
                    </a:cubicBezTo>
                    <a:lnTo>
                      <a:pt x="87698" y="79696"/>
                    </a:lnTo>
                    <a:lnTo>
                      <a:pt x="87698" y="171708"/>
                    </a:lnTo>
                    <a:close/>
                  </a:path>
                </a:pathLst>
              </a:custGeom>
              <a:grpFill/>
              <a:ln w="9525" cap="flat">
                <a:noFill/>
                <a:prstDash val="solid"/>
                <a:miter/>
              </a:ln>
            </p:spPr>
            <p:txBody>
              <a:bodyPr rtlCol="0" anchor="ctr"/>
              <a:lstStyle/>
              <a:p>
                <a:endParaRPr lang="fr-FR"/>
              </a:p>
            </p:txBody>
          </p:sp>
          <p:sp>
            <p:nvSpPr>
              <p:cNvPr id="30" name="Forme libre : forme 84">
                <a:extLst>
                  <a:ext uri="{FF2B5EF4-FFF2-40B4-BE49-F238E27FC236}">
                    <a16:creationId xmlns:a16="http://schemas.microsoft.com/office/drawing/2014/main" id="{1A2F317E-1E75-8CBC-9CAA-F29FE39C1946}"/>
                  </a:ext>
                </a:extLst>
              </p:cNvPr>
              <p:cNvSpPr/>
              <p:nvPr/>
            </p:nvSpPr>
            <p:spPr>
              <a:xfrm>
                <a:off x="6067816" y="5161101"/>
                <a:ext cx="367950" cy="451040"/>
              </a:xfrm>
              <a:custGeom>
                <a:avLst/>
                <a:gdLst>
                  <a:gd name="connsiteX0" fmla="*/ 276379 w 367950"/>
                  <a:gd name="connsiteY0" fmla="*/ 152475 h 451040"/>
                  <a:gd name="connsiteX1" fmla="*/ 276379 w 367950"/>
                  <a:gd name="connsiteY1" fmla="*/ 28650 h 451040"/>
                  <a:gd name="connsiteX2" fmla="*/ 303715 w 367950"/>
                  <a:gd name="connsiteY2" fmla="*/ 838 h 451040"/>
                  <a:gd name="connsiteX3" fmla="*/ 365341 w 367950"/>
                  <a:gd name="connsiteY3" fmla="*/ 57988 h 451040"/>
                  <a:gd name="connsiteX4" fmla="*/ 365341 w 367950"/>
                  <a:gd name="connsiteY4" fmla="*/ 260108 h 451040"/>
                  <a:gd name="connsiteX5" fmla="*/ 179699 w 367950"/>
                  <a:gd name="connsiteY5" fmla="*/ 450608 h 451040"/>
                  <a:gd name="connsiteX6" fmla="*/ -1276 w 367950"/>
                  <a:gd name="connsiteY6" fmla="*/ 258774 h 451040"/>
                  <a:gd name="connsiteX7" fmla="*/ -2227 w 367950"/>
                  <a:gd name="connsiteY7" fmla="*/ 38842 h 451040"/>
                  <a:gd name="connsiteX8" fmla="*/ 43110 w 367950"/>
                  <a:gd name="connsiteY8" fmla="*/ -20 h 451040"/>
                  <a:gd name="connsiteX9" fmla="*/ 87307 w 367950"/>
                  <a:gd name="connsiteY9" fmla="*/ 40271 h 451040"/>
                  <a:gd name="connsiteX10" fmla="*/ 86735 w 367950"/>
                  <a:gd name="connsiteY10" fmla="*/ 263727 h 451040"/>
                  <a:gd name="connsiteX11" fmla="*/ 143029 w 367950"/>
                  <a:gd name="connsiteY11" fmla="*/ 362311 h 451040"/>
                  <a:gd name="connsiteX12" fmla="*/ 275426 w 367950"/>
                  <a:gd name="connsiteY12" fmla="*/ 280015 h 451040"/>
                  <a:gd name="connsiteX13" fmla="*/ 275902 w 367950"/>
                  <a:gd name="connsiteY13" fmla="*/ 152380 h 45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7950" h="451040">
                    <a:moveTo>
                      <a:pt x="276379" y="152475"/>
                    </a:moveTo>
                    <a:cubicBezTo>
                      <a:pt x="276379" y="111042"/>
                      <a:pt x="276854" y="69703"/>
                      <a:pt x="276379" y="28650"/>
                    </a:cubicBezTo>
                    <a:cubicBezTo>
                      <a:pt x="276379" y="9029"/>
                      <a:pt x="284379" y="2076"/>
                      <a:pt x="303715" y="838"/>
                    </a:cubicBezTo>
                    <a:cubicBezTo>
                      <a:pt x="363341" y="-2973"/>
                      <a:pt x="365341" y="-1734"/>
                      <a:pt x="365341" y="57988"/>
                    </a:cubicBezTo>
                    <a:cubicBezTo>
                      <a:pt x="365341" y="125329"/>
                      <a:pt x="366009" y="192766"/>
                      <a:pt x="365341" y="260108"/>
                    </a:cubicBezTo>
                    <a:cubicBezTo>
                      <a:pt x="363913" y="371836"/>
                      <a:pt x="285618" y="451751"/>
                      <a:pt x="179699" y="450608"/>
                    </a:cubicBezTo>
                    <a:cubicBezTo>
                      <a:pt x="76259" y="449751"/>
                      <a:pt x="-513" y="368502"/>
                      <a:pt x="-1276" y="258774"/>
                    </a:cubicBezTo>
                    <a:cubicBezTo>
                      <a:pt x="-1276" y="185432"/>
                      <a:pt x="819" y="112089"/>
                      <a:pt x="-2227" y="38842"/>
                    </a:cubicBezTo>
                    <a:cubicBezTo>
                      <a:pt x="-3753" y="742"/>
                      <a:pt x="15297" y="742"/>
                      <a:pt x="43110" y="-20"/>
                    </a:cubicBezTo>
                    <a:cubicBezTo>
                      <a:pt x="73210" y="-877"/>
                      <a:pt x="88449" y="4933"/>
                      <a:pt x="87307" y="40271"/>
                    </a:cubicBezTo>
                    <a:cubicBezTo>
                      <a:pt x="84830" y="114661"/>
                      <a:pt x="86449" y="189242"/>
                      <a:pt x="86735" y="263727"/>
                    </a:cubicBezTo>
                    <a:cubicBezTo>
                      <a:pt x="86735" y="307066"/>
                      <a:pt x="101785" y="342880"/>
                      <a:pt x="143029" y="362311"/>
                    </a:cubicBezTo>
                    <a:cubicBezTo>
                      <a:pt x="203511" y="390886"/>
                      <a:pt x="271331" y="349262"/>
                      <a:pt x="275426" y="280015"/>
                    </a:cubicBezTo>
                    <a:cubicBezTo>
                      <a:pt x="277998" y="237629"/>
                      <a:pt x="275902" y="194957"/>
                      <a:pt x="275902" y="152380"/>
                    </a:cubicBezTo>
                    <a:close/>
                  </a:path>
                </a:pathLst>
              </a:custGeom>
              <a:grpFill/>
              <a:ln w="9525" cap="flat">
                <a:noFill/>
                <a:prstDash val="solid"/>
                <a:miter/>
              </a:ln>
            </p:spPr>
            <p:txBody>
              <a:bodyPr rtlCol="0" anchor="ctr"/>
              <a:lstStyle/>
              <a:p>
                <a:endParaRPr lang="fr-FR"/>
              </a:p>
            </p:txBody>
          </p:sp>
          <p:sp>
            <p:nvSpPr>
              <p:cNvPr id="31" name="Forme libre : forme 85">
                <a:extLst>
                  <a:ext uri="{FF2B5EF4-FFF2-40B4-BE49-F238E27FC236}">
                    <a16:creationId xmlns:a16="http://schemas.microsoft.com/office/drawing/2014/main" id="{9E8EE755-812B-E698-1C5B-C51F18DB2D34}"/>
                  </a:ext>
                </a:extLst>
              </p:cNvPr>
              <p:cNvSpPr/>
              <p:nvPr/>
            </p:nvSpPr>
            <p:spPr>
              <a:xfrm>
                <a:off x="6934390" y="5162351"/>
                <a:ext cx="419572" cy="444015"/>
              </a:xfrm>
              <a:custGeom>
                <a:avLst/>
                <a:gdLst>
                  <a:gd name="connsiteX0" fmla="*/ -2313 w 419572"/>
                  <a:gd name="connsiteY0" fmla="*/ 439166 h 444015"/>
                  <a:gd name="connsiteX1" fmla="*/ 89698 w 419572"/>
                  <a:gd name="connsiteY1" fmla="*/ 210566 h 444015"/>
                  <a:gd name="connsiteX2" fmla="*/ 164280 w 419572"/>
                  <a:gd name="connsiteY2" fmla="*/ 23400 h 444015"/>
                  <a:gd name="connsiteX3" fmla="*/ 205807 w 419572"/>
                  <a:gd name="connsiteY3" fmla="*/ -127 h 444015"/>
                  <a:gd name="connsiteX4" fmla="*/ 253432 w 419572"/>
                  <a:gd name="connsiteY4" fmla="*/ 18923 h 444015"/>
                  <a:gd name="connsiteX5" fmla="*/ 416120 w 419572"/>
                  <a:gd name="connsiteY5" fmla="*/ 426021 h 444015"/>
                  <a:gd name="connsiteX6" fmla="*/ 417166 w 419572"/>
                  <a:gd name="connsiteY6" fmla="*/ 442309 h 444015"/>
                  <a:gd name="connsiteX7" fmla="*/ 348587 w 419572"/>
                  <a:gd name="connsiteY7" fmla="*/ 440880 h 444015"/>
                  <a:gd name="connsiteX8" fmla="*/ 322298 w 419572"/>
                  <a:gd name="connsiteY8" fmla="*/ 409352 h 444015"/>
                  <a:gd name="connsiteX9" fmla="*/ 248384 w 419572"/>
                  <a:gd name="connsiteY9" fmla="*/ 360013 h 444015"/>
                  <a:gd name="connsiteX10" fmla="*/ 142276 w 419572"/>
                  <a:gd name="connsiteY10" fmla="*/ 361823 h 444015"/>
                  <a:gd name="connsiteX11" fmla="*/ 109320 w 419572"/>
                  <a:gd name="connsiteY11" fmla="*/ 383921 h 444015"/>
                  <a:gd name="connsiteX12" fmla="*/ -2313 w 419572"/>
                  <a:gd name="connsiteY12" fmla="*/ 439166 h 444015"/>
                  <a:gd name="connsiteX13" fmla="*/ 146562 w 419572"/>
                  <a:gd name="connsiteY13" fmla="*/ 280956 h 444015"/>
                  <a:gd name="connsiteX14" fmla="*/ 272006 w 419572"/>
                  <a:gd name="connsiteY14" fmla="*/ 280956 h 444015"/>
                  <a:gd name="connsiteX15" fmla="*/ 209809 w 419572"/>
                  <a:gd name="connsiteY15" fmla="*/ 113601 h 444015"/>
                  <a:gd name="connsiteX16" fmla="*/ 146562 w 419572"/>
                  <a:gd name="connsiteY16" fmla="*/ 280956 h 44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9572" h="444015">
                    <a:moveTo>
                      <a:pt x="-2313" y="439166"/>
                    </a:moveTo>
                    <a:cubicBezTo>
                      <a:pt x="29213" y="360680"/>
                      <a:pt x="59409" y="285527"/>
                      <a:pt x="89698" y="210566"/>
                    </a:cubicBezTo>
                    <a:cubicBezTo>
                      <a:pt x="114655" y="148272"/>
                      <a:pt x="140467" y="86169"/>
                      <a:pt x="164280" y="23400"/>
                    </a:cubicBezTo>
                    <a:cubicBezTo>
                      <a:pt x="172374" y="2254"/>
                      <a:pt x="186662" y="-1651"/>
                      <a:pt x="205807" y="-127"/>
                    </a:cubicBezTo>
                    <a:cubicBezTo>
                      <a:pt x="224953" y="1397"/>
                      <a:pt x="243907" y="-5842"/>
                      <a:pt x="253432" y="18923"/>
                    </a:cubicBezTo>
                    <a:cubicBezTo>
                      <a:pt x="307155" y="154845"/>
                      <a:pt x="361923" y="290290"/>
                      <a:pt x="416120" y="426021"/>
                    </a:cubicBezTo>
                    <a:cubicBezTo>
                      <a:pt x="417073" y="431394"/>
                      <a:pt x="417453" y="436861"/>
                      <a:pt x="417166" y="442309"/>
                    </a:cubicBezTo>
                    <a:cubicBezTo>
                      <a:pt x="393831" y="442309"/>
                      <a:pt x="370209" y="445833"/>
                      <a:pt x="348587" y="440880"/>
                    </a:cubicBezTo>
                    <a:cubicBezTo>
                      <a:pt x="337634" y="438404"/>
                      <a:pt x="325156" y="421830"/>
                      <a:pt x="322298" y="409352"/>
                    </a:cubicBezTo>
                    <a:cubicBezTo>
                      <a:pt x="312773" y="368014"/>
                      <a:pt x="288865" y="355822"/>
                      <a:pt x="248384" y="360013"/>
                    </a:cubicBezTo>
                    <a:cubicBezTo>
                      <a:pt x="213332" y="363633"/>
                      <a:pt x="177423" y="358965"/>
                      <a:pt x="142276" y="361823"/>
                    </a:cubicBezTo>
                    <a:cubicBezTo>
                      <a:pt x="128561" y="363919"/>
                      <a:pt x="116464" y="372015"/>
                      <a:pt x="109320" y="383921"/>
                    </a:cubicBezTo>
                    <a:cubicBezTo>
                      <a:pt x="78841" y="448215"/>
                      <a:pt x="79696" y="448595"/>
                      <a:pt x="-2313" y="439166"/>
                    </a:cubicBezTo>
                    <a:close/>
                    <a:moveTo>
                      <a:pt x="146562" y="280956"/>
                    </a:moveTo>
                    <a:lnTo>
                      <a:pt x="272006" y="280956"/>
                    </a:lnTo>
                    <a:cubicBezTo>
                      <a:pt x="251337" y="225425"/>
                      <a:pt x="232382" y="174466"/>
                      <a:pt x="209809" y="113601"/>
                    </a:cubicBezTo>
                    <a:cubicBezTo>
                      <a:pt x="186376" y="175514"/>
                      <a:pt x="167042" y="226663"/>
                      <a:pt x="146562" y="280956"/>
                    </a:cubicBezTo>
                    <a:close/>
                  </a:path>
                </a:pathLst>
              </a:custGeom>
              <a:grpFill/>
              <a:ln w="9525" cap="flat">
                <a:noFill/>
                <a:prstDash val="solid"/>
                <a:miter/>
              </a:ln>
            </p:spPr>
            <p:txBody>
              <a:bodyPr rtlCol="0" anchor="ctr"/>
              <a:lstStyle/>
              <a:p>
                <a:endParaRPr lang="fr-FR"/>
              </a:p>
            </p:txBody>
          </p:sp>
          <p:sp>
            <p:nvSpPr>
              <p:cNvPr id="32" name="Forme libre : forme 86">
                <a:extLst>
                  <a:ext uri="{FF2B5EF4-FFF2-40B4-BE49-F238E27FC236}">
                    <a16:creationId xmlns:a16="http://schemas.microsoft.com/office/drawing/2014/main" id="{2EA1C938-CA5A-D7EF-8750-F31B5152454D}"/>
                  </a:ext>
                </a:extLst>
              </p:cNvPr>
              <p:cNvSpPr/>
              <p:nvPr/>
            </p:nvSpPr>
            <p:spPr>
              <a:xfrm>
                <a:off x="5870518" y="4555331"/>
                <a:ext cx="374488" cy="456359"/>
              </a:xfrm>
              <a:custGeom>
                <a:avLst/>
                <a:gdLst>
                  <a:gd name="connsiteX0" fmla="*/ 366900 w 374488"/>
                  <a:gd name="connsiteY0" fmla="*/ 51872 h 456359"/>
                  <a:gd name="connsiteX1" fmla="*/ 354994 w 374488"/>
                  <a:gd name="connsiteY1" fmla="*/ 72255 h 456359"/>
                  <a:gd name="connsiteX2" fmla="*/ 280319 w 374488"/>
                  <a:gd name="connsiteY2" fmla="*/ 94829 h 456359"/>
                  <a:gd name="connsiteX3" fmla="*/ 115631 w 374488"/>
                  <a:gd name="connsiteY3" fmla="*/ 132929 h 456359"/>
                  <a:gd name="connsiteX4" fmla="*/ 102962 w 374488"/>
                  <a:gd name="connsiteY4" fmla="*/ 305141 h 456359"/>
                  <a:gd name="connsiteX5" fmla="*/ 258220 w 374488"/>
                  <a:gd name="connsiteY5" fmla="*/ 372673 h 456359"/>
                  <a:gd name="connsiteX6" fmla="*/ 295748 w 374488"/>
                  <a:gd name="connsiteY6" fmla="*/ 324096 h 456359"/>
                  <a:gd name="connsiteX7" fmla="*/ 295748 w 374488"/>
                  <a:gd name="connsiteY7" fmla="*/ 309903 h 456359"/>
                  <a:gd name="connsiteX8" fmla="*/ 371948 w 374488"/>
                  <a:gd name="connsiteY8" fmla="*/ 258564 h 456359"/>
                  <a:gd name="connsiteX9" fmla="*/ 371188 w 374488"/>
                  <a:gd name="connsiteY9" fmla="*/ 394866 h 456359"/>
                  <a:gd name="connsiteX10" fmla="*/ 354898 w 374488"/>
                  <a:gd name="connsiteY10" fmla="*/ 419156 h 456359"/>
                  <a:gd name="connsiteX11" fmla="*/ 54482 w 374488"/>
                  <a:gd name="connsiteY11" fmla="*/ 378388 h 456359"/>
                  <a:gd name="connsiteX12" fmla="*/ 54482 w 374488"/>
                  <a:gd name="connsiteY12" fmla="*/ 76732 h 456359"/>
                  <a:gd name="connsiteX13" fmla="*/ 350708 w 374488"/>
                  <a:gd name="connsiteY13" fmla="*/ 37584 h 456359"/>
                  <a:gd name="connsiteX14" fmla="*/ 366900 w 374488"/>
                  <a:gd name="connsiteY14" fmla="*/ 51872 h 456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488" h="456359">
                    <a:moveTo>
                      <a:pt x="366900" y="51872"/>
                    </a:moveTo>
                    <a:cubicBezTo>
                      <a:pt x="361947" y="60253"/>
                      <a:pt x="358805" y="66444"/>
                      <a:pt x="354994" y="72255"/>
                    </a:cubicBezTo>
                    <a:cubicBezTo>
                      <a:pt x="326419" y="115022"/>
                      <a:pt x="326419" y="115022"/>
                      <a:pt x="280319" y="94829"/>
                    </a:cubicBezTo>
                    <a:cubicBezTo>
                      <a:pt x="222978" y="70835"/>
                      <a:pt x="156685" y="86171"/>
                      <a:pt x="115631" y="132929"/>
                    </a:cubicBezTo>
                    <a:cubicBezTo>
                      <a:pt x="74864" y="181668"/>
                      <a:pt x="69816" y="250963"/>
                      <a:pt x="102962" y="305141"/>
                    </a:cubicBezTo>
                    <a:cubicBezTo>
                      <a:pt x="134777" y="358700"/>
                      <a:pt x="197357" y="385894"/>
                      <a:pt x="258220" y="372673"/>
                    </a:cubicBezTo>
                    <a:cubicBezTo>
                      <a:pt x="284414" y="366387"/>
                      <a:pt x="301369" y="354480"/>
                      <a:pt x="295748" y="324096"/>
                    </a:cubicBezTo>
                    <a:cubicBezTo>
                      <a:pt x="295272" y="319371"/>
                      <a:pt x="295272" y="314628"/>
                      <a:pt x="295748" y="309903"/>
                    </a:cubicBezTo>
                    <a:cubicBezTo>
                      <a:pt x="295748" y="245610"/>
                      <a:pt x="301274" y="241705"/>
                      <a:pt x="371948" y="258564"/>
                    </a:cubicBezTo>
                    <a:cubicBezTo>
                      <a:pt x="371948" y="303331"/>
                      <a:pt x="372806" y="349146"/>
                      <a:pt x="371188" y="394866"/>
                    </a:cubicBezTo>
                    <a:cubicBezTo>
                      <a:pt x="369186" y="404810"/>
                      <a:pt x="363377" y="413545"/>
                      <a:pt x="354898" y="419156"/>
                    </a:cubicBezTo>
                    <a:cubicBezTo>
                      <a:pt x="264792" y="481449"/>
                      <a:pt x="127824" y="462494"/>
                      <a:pt x="54482" y="378388"/>
                    </a:cubicBezTo>
                    <a:cubicBezTo>
                      <a:pt x="-21244" y="292101"/>
                      <a:pt x="-21244" y="163018"/>
                      <a:pt x="54482" y="76732"/>
                    </a:cubicBezTo>
                    <a:cubicBezTo>
                      <a:pt x="129538" y="-8327"/>
                      <a:pt x="259269" y="-25567"/>
                      <a:pt x="350708" y="37584"/>
                    </a:cubicBezTo>
                    <a:cubicBezTo>
                      <a:pt x="355280" y="41394"/>
                      <a:pt x="359470" y="45489"/>
                      <a:pt x="366900" y="51872"/>
                    </a:cubicBezTo>
                    <a:close/>
                  </a:path>
                </a:pathLst>
              </a:custGeom>
              <a:grpFill/>
              <a:ln w="9525" cap="flat">
                <a:noFill/>
                <a:prstDash val="solid"/>
                <a:miter/>
              </a:ln>
            </p:spPr>
            <p:txBody>
              <a:bodyPr rtlCol="0" anchor="ctr"/>
              <a:lstStyle/>
              <a:p>
                <a:endParaRPr lang="fr-FR"/>
              </a:p>
            </p:txBody>
          </p:sp>
          <p:sp>
            <p:nvSpPr>
              <p:cNvPr id="33" name="Forme libre : forme 87">
                <a:extLst>
                  <a:ext uri="{FF2B5EF4-FFF2-40B4-BE49-F238E27FC236}">
                    <a16:creationId xmlns:a16="http://schemas.microsoft.com/office/drawing/2014/main" id="{C3765AC5-840A-5611-62C1-9BCF5419D003}"/>
                  </a:ext>
                </a:extLst>
              </p:cNvPr>
              <p:cNvSpPr/>
              <p:nvPr/>
            </p:nvSpPr>
            <p:spPr>
              <a:xfrm>
                <a:off x="6518003" y="5155992"/>
                <a:ext cx="366571" cy="456080"/>
              </a:xfrm>
              <a:custGeom>
                <a:avLst/>
                <a:gdLst>
                  <a:gd name="connsiteX0" fmla="*/ 363782 w 366571"/>
                  <a:gd name="connsiteY0" fmla="*/ 50618 h 456080"/>
                  <a:gd name="connsiteX1" fmla="*/ 327301 w 366571"/>
                  <a:gd name="connsiteY1" fmla="*/ 113483 h 456080"/>
                  <a:gd name="connsiteX2" fmla="*/ 104986 w 366571"/>
                  <a:gd name="connsiteY2" fmla="*/ 154441 h 456080"/>
                  <a:gd name="connsiteX3" fmla="*/ 127466 w 366571"/>
                  <a:gd name="connsiteY3" fmla="*/ 331511 h 456080"/>
                  <a:gd name="connsiteX4" fmla="*/ 326159 w 366571"/>
                  <a:gd name="connsiteY4" fmla="*/ 341036 h 456080"/>
                  <a:gd name="connsiteX5" fmla="*/ 364259 w 366571"/>
                  <a:gd name="connsiteY5" fmla="*/ 403900 h 456080"/>
                  <a:gd name="connsiteX6" fmla="*/ 61840 w 366571"/>
                  <a:gd name="connsiteY6" fmla="*/ 385803 h 456080"/>
                  <a:gd name="connsiteX7" fmla="*/ 67554 w 366571"/>
                  <a:gd name="connsiteY7" fmla="*/ 62562 h 456080"/>
                  <a:gd name="connsiteX8" fmla="*/ 68984 w 366571"/>
                  <a:gd name="connsiteY8" fmla="*/ 61191 h 456080"/>
                  <a:gd name="connsiteX9" fmla="*/ 363782 w 366571"/>
                  <a:gd name="connsiteY9" fmla="*/ 50618 h 4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6571" h="456080">
                    <a:moveTo>
                      <a:pt x="363782" y="50618"/>
                    </a:moveTo>
                    <a:cubicBezTo>
                      <a:pt x="352448" y="69668"/>
                      <a:pt x="340826" y="90242"/>
                      <a:pt x="327301" y="113483"/>
                    </a:cubicBezTo>
                    <a:cubicBezTo>
                      <a:pt x="241004" y="66906"/>
                      <a:pt x="161853" y="63096"/>
                      <a:pt x="104986" y="154441"/>
                    </a:cubicBezTo>
                    <a:cubicBezTo>
                      <a:pt x="70698" y="209495"/>
                      <a:pt x="82699" y="284838"/>
                      <a:pt x="127466" y="331511"/>
                    </a:cubicBezTo>
                    <a:cubicBezTo>
                      <a:pt x="176424" y="382564"/>
                      <a:pt x="235767" y="386184"/>
                      <a:pt x="326159" y="341036"/>
                    </a:cubicBezTo>
                    <a:cubicBezTo>
                      <a:pt x="339016" y="361895"/>
                      <a:pt x="352067" y="383136"/>
                      <a:pt x="364259" y="403900"/>
                    </a:cubicBezTo>
                    <a:cubicBezTo>
                      <a:pt x="286915" y="480100"/>
                      <a:pt x="144135" y="470575"/>
                      <a:pt x="61840" y="385803"/>
                    </a:cubicBezTo>
                    <a:cubicBezTo>
                      <a:pt x="-25887" y="294963"/>
                      <a:pt x="-23315" y="150249"/>
                      <a:pt x="67554" y="62562"/>
                    </a:cubicBezTo>
                    <a:cubicBezTo>
                      <a:pt x="68031" y="62105"/>
                      <a:pt x="68507" y="61648"/>
                      <a:pt x="68984" y="61191"/>
                    </a:cubicBezTo>
                    <a:cubicBezTo>
                      <a:pt x="152423" y="-15867"/>
                      <a:pt x="296917" y="-22057"/>
                      <a:pt x="363782" y="50618"/>
                    </a:cubicBezTo>
                    <a:close/>
                  </a:path>
                </a:pathLst>
              </a:custGeom>
              <a:grpFill/>
              <a:ln w="9525" cap="flat">
                <a:noFill/>
                <a:prstDash val="solid"/>
                <a:miter/>
              </a:ln>
            </p:spPr>
            <p:txBody>
              <a:bodyPr rtlCol="0" anchor="ctr"/>
              <a:lstStyle/>
              <a:p>
                <a:endParaRPr lang="fr-FR"/>
              </a:p>
            </p:txBody>
          </p:sp>
          <p:sp>
            <p:nvSpPr>
              <p:cNvPr id="34" name="Forme libre : forme 88">
                <a:extLst>
                  <a:ext uri="{FF2B5EF4-FFF2-40B4-BE49-F238E27FC236}">
                    <a16:creationId xmlns:a16="http://schemas.microsoft.com/office/drawing/2014/main" id="{B395DFAF-94B2-004D-1A0F-8C79446DAAAD}"/>
                  </a:ext>
                </a:extLst>
              </p:cNvPr>
              <p:cNvSpPr/>
              <p:nvPr/>
            </p:nvSpPr>
            <p:spPr>
              <a:xfrm>
                <a:off x="7361703" y="5161785"/>
                <a:ext cx="339856" cy="442152"/>
              </a:xfrm>
              <a:custGeom>
                <a:avLst/>
                <a:gdLst>
                  <a:gd name="connsiteX0" fmla="*/ 209787 w 339856"/>
                  <a:gd name="connsiteY0" fmla="*/ 441732 h 442152"/>
                  <a:gd name="connsiteX1" fmla="*/ 124062 w 339856"/>
                  <a:gd name="connsiteY1" fmla="*/ 441732 h 442152"/>
                  <a:gd name="connsiteX2" fmla="*/ 124062 w 339856"/>
                  <a:gd name="connsiteY2" fmla="*/ 79782 h 442152"/>
                  <a:gd name="connsiteX3" fmla="*/ 24812 w 339856"/>
                  <a:gd name="connsiteY3" fmla="*/ 79782 h 442152"/>
                  <a:gd name="connsiteX4" fmla="*/ -1667 w 339856"/>
                  <a:gd name="connsiteY4" fmla="*/ 41682 h 442152"/>
                  <a:gd name="connsiteX5" fmla="*/ 24050 w 339856"/>
                  <a:gd name="connsiteY5" fmla="*/ -418 h 442152"/>
                  <a:gd name="connsiteX6" fmla="*/ 311609 w 339856"/>
                  <a:gd name="connsiteY6" fmla="*/ -418 h 442152"/>
                  <a:gd name="connsiteX7" fmla="*/ 336375 w 339856"/>
                  <a:gd name="connsiteY7" fmla="*/ 45873 h 442152"/>
                  <a:gd name="connsiteX8" fmla="*/ 309418 w 339856"/>
                  <a:gd name="connsiteY8" fmla="*/ 79591 h 442152"/>
                  <a:gd name="connsiteX9" fmla="*/ 209596 w 339856"/>
                  <a:gd name="connsiteY9" fmla="*/ 79591 h 442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9856" h="442152">
                    <a:moveTo>
                      <a:pt x="209787" y="441732"/>
                    </a:moveTo>
                    <a:lnTo>
                      <a:pt x="124062" y="441732"/>
                    </a:lnTo>
                    <a:lnTo>
                      <a:pt x="124062" y="79782"/>
                    </a:lnTo>
                    <a:cubicBezTo>
                      <a:pt x="87771" y="79782"/>
                      <a:pt x="56245" y="78734"/>
                      <a:pt x="24812" y="79782"/>
                    </a:cubicBezTo>
                    <a:cubicBezTo>
                      <a:pt x="-6621" y="80829"/>
                      <a:pt x="-2526" y="60732"/>
                      <a:pt x="-1667" y="41682"/>
                    </a:cubicBezTo>
                    <a:cubicBezTo>
                      <a:pt x="-809" y="22632"/>
                      <a:pt x="-10239" y="-705"/>
                      <a:pt x="24050" y="-418"/>
                    </a:cubicBezTo>
                    <a:cubicBezTo>
                      <a:pt x="119872" y="343"/>
                      <a:pt x="215789" y="-418"/>
                      <a:pt x="311609" y="-418"/>
                    </a:cubicBezTo>
                    <a:cubicBezTo>
                      <a:pt x="349709" y="-418"/>
                      <a:pt x="333803" y="28157"/>
                      <a:pt x="336375" y="45873"/>
                    </a:cubicBezTo>
                    <a:cubicBezTo>
                      <a:pt x="338947" y="63589"/>
                      <a:pt x="336375" y="80829"/>
                      <a:pt x="309418" y="79591"/>
                    </a:cubicBezTo>
                    <a:cubicBezTo>
                      <a:pt x="277702" y="78067"/>
                      <a:pt x="245792" y="79591"/>
                      <a:pt x="209596" y="79591"/>
                    </a:cubicBezTo>
                    <a:close/>
                  </a:path>
                </a:pathLst>
              </a:custGeom>
              <a:grpFill/>
              <a:ln w="9525" cap="flat">
                <a:noFill/>
                <a:prstDash val="solid"/>
                <a:miter/>
              </a:ln>
            </p:spPr>
            <p:txBody>
              <a:bodyPr rtlCol="0" anchor="ctr"/>
              <a:lstStyle/>
              <a:p>
                <a:endParaRPr lang="fr-FR"/>
              </a:p>
            </p:txBody>
          </p:sp>
          <p:sp>
            <p:nvSpPr>
              <p:cNvPr id="35" name="Forme libre : forme 89">
                <a:extLst>
                  <a:ext uri="{FF2B5EF4-FFF2-40B4-BE49-F238E27FC236}">
                    <a16:creationId xmlns:a16="http://schemas.microsoft.com/office/drawing/2014/main" id="{69DA29E3-3D3B-89EF-ED8A-173F4B866491}"/>
                  </a:ext>
                </a:extLst>
              </p:cNvPr>
              <p:cNvSpPr/>
              <p:nvPr/>
            </p:nvSpPr>
            <p:spPr>
              <a:xfrm>
                <a:off x="5691722" y="4560811"/>
                <a:ext cx="90106" cy="446797"/>
              </a:xfrm>
              <a:custGeom>
                <a:avLst/>
                <a:gdLst>
                  <a:gd name="connsiteX0" fmla="*/ 86973 w 90106"/>
                  <a:gd name="connsiteY0" fmla="*/ 227652 h 446797"/>
                  <a:gd name="connsiteX1" fmla="*/ 86973 w 90106"/>
                  <a:gd name="connsiteY1" fmla="*/ 415485 h 446797"/>
                  <a:gd name="connsiteX2" fmla="*/ 55826 w 90106"/>
                  <a:gd name="connsiteY2" fmla="*/ 446251 h 446797"/>
                  <a:gd name="connsiteX3" fmla="*/ -1324 w 90106"/>
                  <a:gd name="connsiteY3" fmla="*/ 389101 h 446797"/>
                  <a:gd name="connsiteX4" fmla="*/ -2277 w 90106"/>
                  <a:gd name="connsiteY4" fmla="*/ 45153 h 446797"/>
                  <a:gd name="connsiteX5" fmla="*/ 43634 w 90106"/>
                  <a:gd name="connsiteY5" fmla="*/ -377 h 446797"/>
                  <a:gd name="connsiteX6" fmla="*/ 87640 w 90106"/>
                  <a:gd name="connsiteY6" fmla="*/ 47248 h 446797"/>
                  <a:gd name="connsiteX7" fmla="*/ 86973 w 90106"/>
                  <a:gd name="connsiteY7" fmla="*/ 227652 h 44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106" h="446797">
                    <a:moveTo>
                      <a:pt x="86973" y="227652"/>
                    </a:moveTo>
                    <a:cubicBezTo>
                      <a:pt x="86973" y="290231"/>
                      <a:pt x="86306" y="352906"/>
                      <a:pt x="86973" y="415485"/>
                    </a:cubicBezTo>
                    <a:cubicBezTo>
                      <a:pt x="86973" y="438726"/>
                      <a:pt x="78685" y="446060"/>
                      <a:pt x="55826" y="446251"/>
                    </a:cubicBezTo>
                    <a:cubicBezTo>
                      <a:pt x="-1324" y="446822"/>
                      <a:pt x="-1324" y="447870"/>
                      <a:pt x="-1324" y="389101"/>
                    </a:cubicBezTo>
                    <a:cubicBezTo>
                      <a:pt x="-1324" y="274801"/>
                      <a:pt x="199" y="159738"/>
                      <a:pt x="-2277" y="45153"/>
                    </a:cubicBezTo>
                    <a:cubicBezTo>
                      <a:pt x="-3038" y="8291"/>
                      <a:pt x="8392" y="481"/>
                      <a:pt x="43634" y="-377"/>
                    </a:cubicBezTo>
                    <a:cubicBezTo>
                      <a:pt x="82211" y="-1329"/>
                      <a:pt x="88973" y="13054"/>
                      <a:pt x="87640" y="47248"/>
                    </a:cubicBezTo>
                    <a:cubicBezTo>
                      <a:pt x="85545" y="106970"/>
                      <a:pt x="86973" y="167358"/>
                      <a:pt x="86973" y="227652"/>
                    </a:cubicBezTo>
                    <a:close/>
                  </a:path>
                </a:pathLst>
              </a:custGeom>
              <a:grpFill/>
              <a:ln w="9525" cap="flat">
                <a:noFill/>
                <a:prstDash val="solid"/>
                <a:miter/>
              </a:ln>
            </p:spPr>
            <p:txBody>
              <a:bodyPr rtlCol="0" anchor="ctr"/>
              <a:lstStyle/>
              <a:p>
                <a:endParaRPr lang="fr-FR"/>
              </a:p>
            </p:txBody>
          </p:sp>
          <p:sp>
            <p:nvSpPr>
              <p:cNvPr id="36" name="Forme libre : forme 90">
                <a:extLst>
                  <a:ext uri="{FF2B5EF4-FFF2-40B4-BE49-F238E27FC236}">
                    <a16:creationId xmlns:a16="http://schemas.microsoft.com/office/drawing/2014/main" id="{E818FC61-919A-D817-B3CE-398C374C56AF}"/>
                  </a:ext>
                </a:extLst>
              </p:cNvPr>
              <p:cNvSpPr/>
              <p:nvPr/>
            </p:nvSpPr>
            <p:spPr>
              <a:xfrm>
                <a:off x="7778764" y="5161938"/>
                <a:ext cx="87948" cy="442190"/>
              </a:xfrm>
              <a:custGeom>
                <a:avLst/>
                <a:gdLst>
                  <a:gd name="connsiteX0" fmla="*/ 82475 w 87948"/>
                  <a:gd name="connsiteY0" fmla="*/ 441769 h 442190"/>
                  <a:gd name="connsiteX1" fmla="*/ 1229 w 87948"/>
                  <a:gd name="connsiteY1" fmla="*/ 441769 h 442190"/>
                  <a:gd name="connsiteX2" fmla="*/ -1343 w 87948"/>
                  <a:gd name="connsiteY2" fmla="*/ 410527 h 442190"/>
                  <a:gd name="connsiteX3" fmla="*/ -2296 w 87948"/>
                  <a:gd name="connsiteY3" fmla="*/ 34861 h 442190"/>
                  <a:gd name="connsiteX4" fmla="*/ 41711 w 87948"/>
                  <a:gd name="connsiteY4" fmla="*/ -382 h 442190"/>
                  <a:gd name="connsiteX5" fmla="*/ 85619 w 87948"/>
                  <a:gd name="connsiteY5" fmla="*/ 34861 h 442190"/>
                  <a:gd name="connsiteX6" fmla="*/ 84668 w 87948"/>
                  <a:gd name="connsiteY6" fmla="*/ 410527 h 442190"/>
                  <a:gd name="connsiteX7" fmla="*/ 82475 w 87948"/>
                  <a:gd name="connsiteY7" fmla="*/ 441769 h 44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48" h="442190">
                    <a:moveTo>
                      <a:pt x="82475" y="441769"/>
                    </a:moveTo>
                    <a:lnTo>
                      <a:pt x="1229" y="441769"/>
                    </a:lnTo>
                    <a:cubicBezTo>
                      <a:pt x="276" y="430720"/>
                      <a:pt x="-1343" y="420624"/>
                      <a:pt x="-1343" y="410527"/>
                    </a:cubicBezTo>
                    <a:cubicBezTo>
                      <a:pt x="-1343" y="285274"/>
                      <a:pt x="-10" y="160020"/>
                      <a:pt x="-2296" y="34861"/>
                    </a:cubicBezTo>
                    <a:cubicBezTo>
                      <a:pt x="-2964" y="-2477"/>
                      <a:pt x="16754" y="-286"/>
                      <a:pt x="41711" y="-382"/>
                    </a:cubicBezTo>
                    <a:cubicBezTo>
                      <a:pt x="66665" y="-476"/>
                      <a:pt x="86287" y="-2286"/>
                      <a:pt x="85619" y="34861"/>
                    </a:cubicBezTo>
                    <a:cubicBezTo>
                      <a:pt x="83334" y="160115"/>
                      <a:pt x="84857" y="285368"/>
                      <a:pt x="84668" y="410527"/>
                    </a:cubicBezTo>
                    <a:cubicBezTo>
                      <a:pt x="84668" y="419767"/>
                      <a:pt x="83429" y="429006"/>
                      <a:pt x="82475" y="441769"/>
                    </a:cubicBezTo>
                    <a:close/>
                  </a:path>
                </a:pathLst>
              </a:custGeom>
              <a:grpFill/>
              <a:ln w="9525" cap="flat">
                <a:noFill/>
                <a:prstDash val="solid"/>
                <a:miter/>
              </a:ln>
            </p:spPr>
            <p:txBody>
              <a:bodyPr rtlCol="0" anchor="ctr"/>
              <a:lstStyle/>
              <a:p>
                <a:endParaRPr lang="fr-FR"/>
              </a:p>
            </p:txBody>
          </p:sp>
        </p:grpSp>
      </p:grpSp>
    </p:spTree>
    <p:extLst>
      <p:ext uri="{BB962C8B-B14F-4D97-AF65-F5344CB8AC3E}">
        <p14:creationId xmlns:p14="http://schemas.microsoft.com/office/powerpoint/2010/main" val="181930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100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ppt_w</p:attrName>
                                        </p:attrNameLst>
                                      </p:cBhvr>
                                      <p:tavLst>
                                        <p:tav tm="0">
                                          <p:val>
                                            <p:fltVal val="0"/>
                                          </p:val>
                                        </p:tav>
                                        <p:tav tm="100000">
                                          <p:val>
                                            <p:strVal val="#ppt_w"/>
                                          </p:val>
                                        </p:tav>
                                      </p:tavLst>
                                    </p:anim>
                                    <p:anim calcmode="lin" valueType="num">
                                      <p:cBhvr>
                                        <p:cTn id="8" dur="750" fill="hold"/>
                                        <p:tgtEl>
                                          <p:spTgt spid="10"/>
                                        </p:tgtEl>
                                        <p:attrNameLst>
                                          <p:attrName>ppt_h</p:attrName>
                                        </p:attrNameLst>
                                      </p:cBhvr>
                                      <p:tavLst>
                                        <p:tav tm="0">
                                          <p:val>
                                            <p:fltVal val="0"/>
                                          </p:val>
                                        </p:tav>
                                        <p:tav tm="100000">
                                          <p:val>
                                            <p:strVal val="#ppt_h"/>
                                          </p:val>
                                        </p:tav>
                                      </p:tavLst>
                                    </p:anim>
                                    <p:anim calcmode="lin" valueType="num">
                                      <p:cBhvr>
                                        <p:cTn id="9" dur="750" fill="hold"/>
                                        <p:tgtEl>
                                          <p:spTgt spid="10"/>
                                        </p:tgtEl>
                                        <p:attrNameLst>
                                          <p:attrName>style.rotation</p:attrName>
                                        </p:attrNameLst>
                                      </p:cBhvr>
                                      <p:tavLst>
                                        <p:tav tm="0">
                                          <p:val>
                                            <p:fltVal val="360"/>
                                          </p:val>
                                        </p:tav>
                                        <p:tav tm="100000">
                                          <p:val>
                                            <p:fltVal val="0"/>
                                          </p:val>
                                        </p:tav>
                                      </p:tavLst>
                                    </p:anim>
                                    <p:animEffect transition="in" filter="fade">
                                      <p:cBhvr>
                                        <p:cTn id="10" dur="750"/>
                                        <p:tgtEl>
                                          <p:spTgt spid="10"/>
                                        </p:tgtEl>
                                      </p:cBhvr>
                                    </p:animEffect>
                                  </p:childTnLst>
                                </p:cTn>
                              </p:par>
                              <p:par>
                                <p:cTn id="11" presetID="8" presetClass="emph" presetSubtype="0" decel="100000" fill="hold" nodeType="withEffect">
                                  <p:stCondLst>
                                    <p:cond delay="1000"/>
                                  </p:stCondLst>
                                  <p:iterate type="lt">
                                    <p:tmPct val="10000"/>
                                  </p:iterate>
                                  <p:childTnLst>
                                    <p:animRot by="21600000">
                                      <p:cBhvr>
                                        <p:cTn id="12" dur="750" fill="hold"/>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Page de titre grise + texte  ">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89AD16-A28F-4D1C-BFEB-E6E928E86B00}"/>
              </a:ext>
            </a:extLst>
          </p:cNvPr>
          <p:cNvSpPr/>
          <p:nvPr userDrawn="1"/>
        </p:nvSpPr>
        <p:spPr>
          <a:xfrm>
            <a:off x="1" y="0"/>
            <a:ext cx="52977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15">
            <a:extLst>
              <a:ext uri="{FF2B5EF4-FFF2-40B4-BE49-F238E27FC236}">
                <a16:creationId xmlns:a16="http://schemas.microsoft.com/office/drawing/2014/main" id="{F143EAC7-421A-415E-9F8D-BAEA985064B5}"/>
              </a:ext>
            </a:extLst>
          </p:cNvPr>
          <p:cNvSpPr>
            <a:spLocks noGrp="1"/>
          </p:cNvSpPr>
          <p:nvPr>
            <p:ph type="sldNum" sz="quarter" idx="4294967295"/>
          </p:nvPr>
        </p:nvSpPr>
        <p:spPr>
          <a:xfrm>
            <a:off x="60658" y="6565900"/>
            <a:ext cx="385807" cy="138499"/>
          </a:xfrm>
        </p:spPr>
        <p:txBody>
          <a:bodyPr/>
          <a:lstStyle>
            <a:lvl1pPr>
              <a:defRPr>
                <a:latin typeface="AlternateGothicEF-NoTwo" pitchFamily="2" charset="0"/>
              </a:defRPr>
            </a:lvl1pPr>
          </a:lstStyle>
          <a:p>
            <a:fld id="{3B1E0E51-53CC-4C36-8961-F424CEF4E661}" type="slidenum">
              <a:rPr lang="fr-FR" smtClean="0"/>
              <a:pPr/>
              <a:t>‹#›</a:t>
            </a:fld>
            <a:endParaRPr lang="fr-FR"/>
          </a:p>
        </p:txBody>
      </p:sp>
      <p:sp>
        <p:nvSpPr>
          <p:cNvPr id="8" name="Espace réservé du texte 2">
            <a:extLst>
              <a:ext uri="{FF2B5EF4-FFF2-40B4-BE49-F238E27FC236}">
                <a16:creationId xmlns:a16="http://schemas.microsoft.com/office/drawing/2014/main" id="{2699CA7B-0E73-4D51-9BD5-5E078261E953}"/>
              </a:ext>
            </a:extLst>
          </p:cNvPr>
          <p:cNvSpPr>
            <a:spLocks noGrp="1"/>
          </p:cNvSpPr>
          <p:nvPr>
            <p:ph type="body" sz="quarter" idx="10" hasCustomPrompt="1"/>
          </p:nvPr>
        </p:nvSpPr>
        <p:spPr>
          <a:xfrm rot="16200000">
            <a:off x="-3164116" y="3297902"/>
            <a:ext cx="6858004" cy="262196"/>
          </a:xfrm>
          <a:prstGeom prst="rect">
            <a:avLst/>
          </a:prstGeom>
        </p:spPr>
        <p:txBody>
          <a:bodyPr>
            <a:normAutofit/>
          </a:bodyPr>
          <a:lstStyle>
            <a:lvl1pPr marL="0" indent="0" algn="ctr">
              <a:buNone/>
              <a:defRPr sz="900" spc="400" baseline="0">
                <a:latin typeface="Calibri Light" panose="02000503040000020004" pitchFamily="50" charset="0"/>
              </a:defRPr>
            </a:lvl1pPr>
          </a:lstStyle>
          <a:p>
            <a:pPr algn="ctr"/>
            <a:r>
              <a:rPr lang="fr-FR" sz="900" spc="400">
                <a:latin typeface="Calibri Light" panose="02000503040000020004" pitchFamily="50" charset="0"/>
              </a:rPr>
              <a:t>PLAN STRATÉGIQUE 2022 - 2027</a:t>
            </a:r>
          </a:p>
        </p:txBody>
      </p:sp>
      <p:sp>
        <p:nvSpPr>
          <p:cNvPr id="3" name="Titre 2">
            <a:extLst>
              <a:ext uri="{FF2B5EF4-FFF2-40B4-BE49-F238E27FC236}">
                <a16:creationId xmlns:a16="http://schemas.microsoft.com/office/drawing/2014/main" id="{86F3BAD1-4007-41B0-982E-8FD34ADC5C5C}"/>
              </a:ext>
            </a:extLst>
          </p:cNvPr>
          <p:cNvSpPr>
            <a:spLocks noGrp="1"/>
          </p:cNvSpPr>
          <p:nvPr>
            <p:ph type="title" hasCustomPrompt="1"/>
          </p:nvPr>
        </p:nvSpPr>
        <p:spPr>
          <a:xfrm>
            <a:off x="1791335" y="943746"/>
            <a:ext cx="9216668" cy="680418"/>
          </a:xfrm>
          <a:prstGeom prst="rect">
            <a:avLst/>
          </a:prstGeom>
        </p:spPr>
        <p:txBody>
          <a:bodyPr lIns="0" tIns="0" rIns="0" bIns="0" anchor="t"/>
          <a:lstStyle>
            <a:lvl1pPr>
              <a:defRPr cap="all" baseline="0">
                <a:latin typeface="AlternateGothicEF-NoTwo"/>
              </a:defRPr>
            </a:lvl1pPr>
          </a:lstStyle>
          <a:p>
            <a:r>
              <a:rPr lang="fr-FR"/>
              <a:t>TITRE</a:t>
            </a:r>
          </a:p>
        </p:txBody>
      </p:sp>
      <p:sp>
        <p:nvSpPr>
          <p:cNvPr id="23" name="Espace réservé du texte 3">
            <a:extLst>
              <a:ext uri="{FF2B5EF4-FFF2-40B4-BE49-F238E27FC236}">
                <a16:creationId xmlns:a16="http://schemas.microsoft.com/office/drawing/2014/main" id="{3E072070-2E91-4AB4-B921-A5156A438D60}"/>
              </a:ext>
            </a:extLst>
          </p:cNvPr>
          <p:cNvSpPr>
            <a:spLocks noGrp="1"/>
          </p:cNvSpPr>
          <p:nvPr>
            <p:ph type="body" sz="quarter" idx="11" hasCustomPrompt="1"/>
          </p:nvPr>
        </p:nvSpPr>
        <p:spPr>
          <a:xfrm>
            <a:off x="1791335" y="1963738"/>
            <a:ext cx="9216668" cy="4064000"/>
          </a:xfrm>
          <a:prstGeom prst="rect">
            <a:avLst/>
          </a:prstGeom>
        </p:spPr>
        <p:txBody>
          <a:bodyPr lIns="0" tIns="0" rIns="0" bIns="0"/>
          <a:lstStyle>
            <a:lvl1pPr marL="0" indent="0">
              <a:buNone/>
              <a:defRPr sz="1600">
                <a:latin typeface="Calibri Light" panose="02000503040000020004" pitchFamily="50" charset="0"/>
              </a:defRPr>
            </a:lvl1pPr>
            <a:lvl2pPr marL="450850" indent="-180975">
              <a:buClr>
                <a:schemeClr val="accent2"/>
              </a:buClr>
              <a:defRPr sz="1400">
                <a:latin typeface="Calibri Light" panose="02000503040000020004" pitchFamily="50" charset="0"/>
              </a:defRPr>
            </a:lvl2pPr>
            <a:lvl3pPr marL="804863" indent="-180975">
              <a:buClr>
                <a:schemeClr val="accent2"/>
              </a:buClr>
              <a:defRPr sz="1200">
                <a:latin typeface="Calibri Light" panose="02000503040000020004" pitchFamily="50" charset="0"/>
              </a:defRPr>
            </a:lvl3pPr>
            <a:lvl4pPr marL="1257300" indent="-182563">
              <a:buClr>
                <a:schemeClr val="accent2"/>
              </a:buClr>
              <a:defRPr sz="1100">
                <a:latin typeface="Calibri Light" panose="02000503040000020004" pitchFamily="50" charset="0"/>
              </a:defRPr>
            </a:lvl4pPr>
            <a:lvl5pPr>
              <a:defRPr>
                <a:latin typeface="Calibri Light" panose="02000503040000020004" pitchFamily="50" charset="0"/>
              </a:defRPr>
            </a:lvl5pPr>
          </a:lstStyle>
          <a:p>
            <a:pPr lvl="0"/>
            <a:r>
              <a:rPr lang="fr-FR"/>
              <a:t>Texte</a:t>
            </a:r>
          </a:p>
          <a:p>
            <a:pPr lvl="1"/>
            <a:r>
              <a:rPr lang="fr-FR"/>
              <a:t>Deuxième niveau</a:t>
            </a:r>
          </a:p>
          <a:p>
            <a:pPr lvl="2"/>
            <a:r>
              <a:rPr lang="fr-FR"/>
              <a:t>Troisième niveau</a:t>
            </a:r>
          </a:p>
          <a:p>
            <a:pPr lvl="3"/>
            <a:r>
              <a:rPr lang="fr-FR"/>
              <a:t>Quatrième niveau</a:t>
            </a:r>
          </a:p>
        </p:txBody>
      </p:sp>
      <p:sp>
        <p:nvSpPr>
          <p:cNvPr id="25" name="Cadre 24">
            <a:extLst>
              <a:ext uri="{FF2B5EF4-FFF2-40B4-BE49-F238E27FC236}">
                <a16:creationId xmlns:a16="http://schemas.microsoft.com/office/drawing/2014/main" id="{89B012EC-AF39-4091-904B-4F6345F7CB7B}"/>
              </a:ext>
            </a:extLst>
          </p:cNvPr>
          <p:cNvSpPr/>
          <p:nvPr userDrawn="1"/>
        </p:nvSpPr>
        <p:spPr>
          <a:xfrm>
            <a:off x="529771" y="0"/>
            <a:ext cx="11662228" cy="6858000"/>
          </a:xfrm>
          <a:prstGeom prst="frame">
            <a:avLst>
              <a:gd name="adj1" fmla="val 772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2" name="Forme libre : forme 31">
            <a:extLst>
              <a:ext uri="{FF2B5EF4-FFF2-40B4-BE49-F238E27FC236}">
                <a16:creationId xmlns:a16="http://schemas.microsoft.com/office/drawing/2014/main" id="{23D68746-17DB-40BA-AA15-3A6D46A5B6EE}"/>
              </a:ext>
            </a:extLst>
          </p:cNvPr>
          <p:cNvSpPr/>
          <p:nvPr userDrawn="1"/>
        </p:nvSpPr>
        <p:spPr>
          <a:xfrm>
            <a:off x="1452540" y="1018476"/>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grpSp>
        <p:nvGrpSpPr>
          <p:cNvPr id="33" name="Groupe 32">
            <a:extLst>
              <a:ext uri="{FF2B5EF4-FFF2-40B4-BE49-F238E27FC236}">
                <a16:creationId xmlns:a16="http://schemas.microsoft.com/office/drawing/2014/main" id="{863F4F7A-CD9A-46BA-A3A8-C77B6C53A09C}"/>
              </a:ext>
            </a:extLst>
          </p:cNvPr>
          <p:cNvGrpSpPr/>
          <p:nvPr userDrawn="1"/>
        </p:nvGrpSpPr>
        <p:grpSpPr>
          <a:xfrm>
            <a:off x="0" y="0"/>
            <a:ext cx="529771" cy="529771"/>
            <a:chOff x="11074400" y="0"/>
            <a:chExt cx="1117600" cy="1117600"/>
          </a:xfrm>
        </p:grpSpPr>
        <p:sp>
          <p:nvSpPr>
            <p:cNvPr id="34" name="Rectangle 33">
              <a:extLst>
                <a:ext uri="{FF2B5EF4-FFF2-40B4-BE49-F238E27FC236}">
                  <a16:creationId xmlns:a16="http://schemas.microsoft.com/office/drawing/2014/main" id="{152503F3-FDCC-4FEA-9D8E-D0610AFCEB94}"/>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0" name="Groupe 39">
              <a:extLst>
                <a:ext uri="{FF2B5EF4-FFF2-40B4-BE49-F238E27FC236}">
                  <a16:creationId xmlns:a16="http://schemas.microsoft.com/office/drawing/2014/main" id="{A1244535-B17C-4521-82E9-2E4D6FB212EE}"/>
                </a:ext>
              </a:extLst>
            </p:cNvPr>
            <p:cNvGrpSpPr/>
            <p:nvPr/>
          </p:nvGrpSpPr>
          <p:grpSpPr>
            <a:xfrm>
              <a:off x="11399441" y="306062"/>
              <a:ext cx="467518" cy="505476"/>
              <a:chOff x="4490465" y="1248006"/>
              <a:chExt cx="1388907" cy="1501671"/>
            </a:xfrm>
          </p:grpSpPr>
          <p:sp>
            <p:nvSpPr>
              <p:cNvPr id="41" name="Forme libre : forme 40">
                <a:extLst>
                  <a:ext uri="{FF2B5EF4-FFF2-40B4-BE49-F238E27FC236}">
                    <a16:creationId xmlns:a16="http://schemas.microsoft.com/office/drawing/2014/main" id="{C684F377-F4D8-4425-AB87-98E9F5E0C2F7}"/>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sp>
            <p:nvSpPr>
              <p:cNvPr id="42" name="Forme libre : forme 41">
                <a:extLst>
                  <a:ext uri="{FF2B5EF4-FFF2-40B4-BE49-F238E27FC236}">
                    <a16:creationId xmlns:a16="http://schemas.microsoft.com/office/drawing/2014/main" id="{8B5829A1-3CDB-4E39-A2F7-E199D0B9F20E}"/>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bg1"/>
                  </a:solidFill>
                </a:endParaRPr>
              </a:p>
            </p:txBody>
          </p:sp>
        </p:grpSp>
      </p:grpSp>
    </p:spTree>
    <p:extLst>
      <p:ext uri="{BB962C8B-B14F-4D97-AF65-F5344CB8AC3E}">
        <p14:creationId xmlns:p14="http://schemas.microsoft.com/office/powerpoint/2010/main" val="1621267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p:bg>
      <p:bgRef idx="1001">
        <a:schemeClr val="bg1"/>
      </p:bgRef>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72FDFB-29E6-B88C-4315-589826DE4A40}"/>
              </a:ext>
            </a:extLst>
          </p:cNvPr>
          <p:cNvSpPr>
            <a:spLocks noGrp="1"/>
          </p:cNvSpPr>
          <p:nvPr>
            <p:ph type="sldNum" sz="quarter" idx="10"/>
          </p:nvPr>
        </p:nvSpPr>
        <p:spPr/>
        <p:txBody>
          <a:bodyPr/>
          <a:lstStyle/>
          <a:p>
            <a:fld id="{9274B823-0154-4E6E-A77B-9AA3CB285544}" type="slidenum">
              <a:rPr lang="en-US" smtClean="0"/>
              <a:t>‹#›</a:t>
            </a:fld>
            <a:endParaRPr lang="en-US"/>
          </a:p>
        </p:txBody>
      </p:sp>
      <p:grpSp>
        <p:nvGrpSpPr>
          <p:cNvPr id="4" name="Groupe 32">
            <a:extLst>
              <a:ext uri="{FF2B5EF4-FFF2-40B4-BE49-F238E27FC236}">
                <a16:creationId xmlns:a16="http://schemas.microsoft.com/office/drawing/2014/main" id="{D4D34348-B58A-D0DD-7A5B-A2D1698D88FB}"/>
              </a:ext>
            </a:extLst>
          </p:cNvPr>
          <p:cNvGrpSpPr/>
          <p:nvPr/>
        </p:nvGrpSpPr>
        <p:grpSpPr>
          <a:xfrm>
            <a:off x="0" y="0"/>
            <a:ext cx="529771" cy="529771"/>
            <a:chOff x="11074400" y="0"/>
            <a:chExt cx="1117600" cy="1117600"/>
          </a:xfrm>
        </p:grpSpPr>
        <p:sp>
          <p:nvSpPr>
            <p:cNvPr id="5" name="Rectangle 4">
              <a:extLst>
                <a:ext uri="{FF2B5EF4-FFF2-40B4-BE49-F238E27FC236}">
                  <a16:creationId xmlns:a16="http://schemas.microsoft.com/office/drawing/2014/main" id="{D481AF23-1F82-84E1-C71F-53D50475B6B6}"/>
                </a:ext>
              </a:extLst>
            </p:cNvPr>
            <p:cNvSpPr/>
            <p:nvPr/>
          </p:nvSpPr>
          <p:spPr>
            <a:xfrm>
              <a:off x="11074400" y="0"/>
              <a:ext cx="1117600" cy="111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6" name="Groupe 39">
              <a:extLst>
                <a:ext uri="{FF2B5EF4-FFF2-40B4-BE49-F238E27FC236}">
                  <a16:creationId xmlns:a16="http://schemas.microsoft.com/office/drawing/2014/main" id="{CBAEF447-959E-32F0-3915-A9546A0A35F3}"/>
                </a:ext>
              </a:extLst>
            </p:cNvPr>
            <p:cNvGrpSpPr/>
            <p:nvPr/>
          </p:nvGrpSpPr>
          <p:grpSpPr>
            <a:xfrm>
              <a:off x="11399441" y="306062"/>
              <a:ext cx="467518" cy="505476"/>
              <a:chOff x="4490465" y="1248006"/>
              <a:chExt cx="1388907" cy="1501671"/>
            </a:xfrm>
          </p:grpSpPr>
          <p:sp>
            <p:nvSpPr>
              <p:cNvPr id="7" name="Forme libre : forme 40">
                <a:extLst>
                  <a:ext uri="{FF2B5EF4-FFF2-40B4-BE49-F238E27FC236}">
                    <a16:creationId xmlns:a16="http://schemas.microsoft.com/office/drawing/2014/main" id="{BE35F892-07A9-6FD3-D653-D8215158859C}"/>
                  </a:ext>
                </a:extLst>
              </p:cNvPr>
              <p:cNvSpPr/>
              <p:nvPr/>
            </p:nvSpPr>
            <p:spPr>
              <a:xfrm>
                <a:off x="4490465" y="1332333"/>
                <a:ext cx="833892" cy="1417344"/>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bg1"/>
              </a:solidFill>
              <a:ln w="9525" cap="flat">
                <a:noFill/>
                <a:prstDash val="solid"/>
                <a:miter/>
              </a:ln>
            </p:spPr>
            <p:txBody>
              <a:bodyPr rtlCol="0" anchor="ctr"/>
              <a:lstStyle/>
              <a:p>
                <a:endParaRPr lang="fr-FR">
                  <a:solidFill>
                    <a:schemeClr val="tx1"/>
                  </a:solidFill>
                </a:endParaRPr>
              </a:p>
            </p:txBody>
          </p:sp>
          <p:sp>
            <p:nvSpPr>
              <p:cNvPr id="8" name="Forme libre : forme 41">
                <a:extLst>
                  <a:ext uri="{FF2B5EF4-FFF2-40B4-BE49-F238E27FC236}">
                    <a16:creationId xmlns:a16="http://schemas.microsoft.com/office/drawing/2014/main" id="{A535D6D4-FCF3-0B00-2850-F0A022148A89}"/>
                  </a:ext>
                </a:extLst>
              </p:cNvPr>
              <p:cNvSpPr/>
              <p:nvPr/>
            </p:nvSpPr>
            <p:spPr>
              <a:xfrm>
                <a:off x="5428260" y="1248006"/>
                <a:ext cx="451112" cy="771960"/>
              </a:xfrm>
              <a:custGeom>
                <a:avLst/>
                <a:gdLst>
                  <a:gd name="connsiteX0" fmla="*/ 168697 w 451112"/>
                  <a:gd name="connsiteY0" fmla="*/ 771539 h 771960"/>
                  <a:gd name="connsiteX1" fmla="*/ 17060 w 451112"/>
                  <a:gd name="connsiteY1" fmla="*/ 419114 h 771960"/>
                  <a:gd name="connsiteX2" fmla="*/ 13441 w 451112"/>
                  <a:gd name="connsiteY2" fmla="*/ 166987 h 771960"/>
                  <a:gd name="connsiteX3" fmla="*/ 237467 w 451112"/>
                  <a:gd name="connsiteY3" fmla="*/ 109 h 771960"/>
                  <a:gd name="connsiteX4" fmla="*/ 447780 w 451112"/>
                  <a:gd name="connsiteY4" fmla="*/ 200134 h 771960"/>
                  <a:gd name="connsiteX5" fmla="*/ 444447 w 451112"/>
                  <a:gd name="connsiteY5" fmla="*/ 234234 h 771960"/>
                  <a:gd name="connsiteX6" fmla="*/ 168697 w 451112"/>
                  <a:gd name="connsiteY6" fmla="*/ 771539 h 77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112" h="771960">
                    <a:moveTo>
                      <a:pt x="168697" y="771539"/>
                    </a:moveTo>
                    <a:cubicBezTo>
                      <a:pt x="99927" y="656286"/>
                      <a:pt x="47158" y="542463"/>
                      <a:pt x="17060" y="419114"/>
                    </a:cubicBezTo>
                    <a:cubicBezTo>
                      <a:pt x="-3323" y="335294"/>
                      <a:pt x="-12183" y="251188"/>
                      <a:pt x="13441" y="166987"/>
                    </a:cubicBezTo>
                    <a:cubicBezTo>
                      <a:pt x="45253" y="62212"/>
                      <a:pt x="139075" y="-7225"/>
                      <a:pt x="237467" y="109"/>
                    </a:cubicBezTo>
                    <a:cubicBezTo>
                      <a:pt x="347863" y="8205"/>
                      <a:pt x="432350" y="88406"/>
                      <a:pt x="447780" y="200134"/>
                    </a:cubicBezTo>
                    <a:cubicBezTo>
                      <a:pt x="449875" y="211593"/>
                      <a:pt x="448733" y="223404"/>
                      <a:pt x="444447" y="234234"/>
                    </a:cubicBezTo>
                    <a:cubicBezTo>
                      <a:pt x="354339" y="411208"/>
                      <a:pt x="263377" y="587611"/>
                      <a:pt x="168697" y="771539"/>
                    </a:cubicBezTo>
                    <a:close/>
                  </a:path>
                </a:pathLst>
              </a:custGeom>
              <a:solidFill>
                <a:schemeClr val="bg1"/>
              </a:solidFill>
              <a:ln w="9525" cap="flat">
                <a:noFill/>
                <a:prstDash val="solid"/>
                <a:miter/>
              </a:ln>
            </p:spPr>
            <p:txBody>
              <a:bodyPr rtlCol="0" anchor="ctr"/>
              <a:lstStyle/>
              <a:p>
                <a:endParaRPr lang="fr-FR">
                  <a:solidFill>
                    <a:schemeClr val="tx1"/>
                  </a:solidFill>
                </a:endParaRPr>
              </a:p>
            </p:txBody>
          </p:sp>
        </p:grpSp>
      </p:grpSp>
      <p:sp>
        <p:nvSpPr>
          <p:cNvPr id="9" name="Cadre 24">
            <a:extLst>
              <a:ext uri="{FF2B5EF4-FFF2-40B4-BE49-F238E27FC236}">
                <a16:creationId xmlns:a16="http://schemas.microsoft.com/office/drawing/2014/main" id="{C3631C82-645F-C10B-35FA-D407E3D25554}"/>
              </a:ext>
            </a:extLst>
          </p:cNvPr>
          <p:cNvSpPr/>
          <p:nvPr/>
        </p:nvSpPr>
        <p:spPr>
          <a:xfrm>
            <a:off x="529771" y="0"/>
            <a:ext cx="11662228" cy="6858000"/>
          </a:xfrm>
          <a:prstGeom prst="frame">
            <a:avLst>
              <a:gd name="adj1" fmla="val 772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Espace réservé du numéro de diapositive 15">
            <a:extLst>
              <a:ext uri="{FF2B5EF4-FFF2-40B4-BE49-F238E27FC236}">
                <a16:creationId xmlns:a16="http://schemas.microsoft.com/office/drawing/2014/main" id="{1F71960C-3D63-9138-7116-C7E0A6B1E773}"/>
              </a:ext>
            </a:extLst>
          </p:cNvPr>
          <p:cNvSpPr txBox="1">
            <a:spLocks/>
          </p:cNvSpPr>
          <p:nvPr/>
        </p:nvSpPr>
        <p:spPr>
          <a:xfrm>
            <a:off x="60658" y="6565900"/>
            <a:ext cx="662673" cy="646331"/>
          </a:xfrm>
          <a:prstGeom prst="rect">
            <a:avLst/>
          </a:prstGeom>
          <a:noFill/>
        </p:spPr>
        <p:txBody>
          <a:bodyPr wrap="none" lIns="36000" tIns="0" rIns="0" bIns="0" rtlCol="0">
            <a:normAutofit/>
          </a:bodyPr>
          <a:lstStyle>
            <a:defPPr>
              <a:defRPr lang="en-US"/>
            </a:defPPr>
            <a:lvl1pPr marL="0" algn="ctr" defTabSz="914400" rtl="0" eaLnBrk="1" latinLnBrk="0" hangingPunct="1">
              <a:defRPr lang="fr-FR" sz="900" kern="1200" spc="400">
                <a:solidFill>
                  <a:schemeClr val="tx1"/>
                </a:solidFill>
                <a:latin typeface="AlternateGothicEF-NoTwo"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B1E0E51-53CC-4C36-8961-F424CEF4E661}" type="slidenum">
              <a:rPr lang="en-US" smtClean="0"/>
              <a:pPr/>
              <a:t>‹#›</a:t>
            </a:fld>
            <a:endParaRPr lang="en-US" dirty="0"/>
          </a:p>
        </p:txBody>
      </p:sp>
      <p:sp>
        <p:nvSpPr>
          <p:cNvPr id="13" name="Forme libre : forme 31">
            <a:extLst>
              <a:ext uri="{FF2B5EF4-FFF2-40B4-BE49-F238E27FC236}">
                <a16:creationId xmlns:a16="http://schemas.microsoft.com/office/drawing/2014/main" id="{BDFFCF33-B1A8-9FA7-2C7B-FA043D3F7EAF}"/>
              </a:ext>
            </a:extLst>
          </p:cNvPr>
          <p:cNvSpPr/>
          <p:nvPr/>
        </p:nvSpPr>
        <p:spPr>
          <a:xfrm>
            <a:off x="1168207" y="721895"/>
            <a:ext cx="179328" cy="304800"/>
          </a:xfrm>
          <a:custGeom>
            <a:avLst/>
            <a:gdLst>
              <a:gd name="connsiteX0" fmla="*/ 726255 w 833892"/>
              <a:gd name="connsiteY0" fmla="*/ 1412255 h 1417344"/>
              <a:gd name="connsiteX1" fmla="*/ -2313 w 833892"/>
              <a:gd name="connsiteY1" fmla="*/ 1889 h 1417344"/>
              <a:gd name="connsiteX2" fmla="*/ 23786 w 833892"/>
              <a:gd name="connsiteY2" fmla="*/ -207 h 1417344"/>
              <a:gd name="connsiteX3" fmla="*/ 282961 w 833892"/>
              <a:gd name="connsiteY3" fmla="*/ 650 h 1417344"/>
              <a:gd name="connsiteX4" fmla="*/ 317252 w 833892"/>
              <a:gd name="connsiteY4" fmla="*/ 21129 h 1417344"/>
              <a:gd name="connsiteX5" fmla="*/ 777405 w 833892"/>
              <a:gd name="connsiteY5" fmla="*/ 912003 h 1417344"/>
              <a:gd name="connsiteX6" fmla="*/ 799692 w 833892"/>
              <a:gd name="connsiteY6" fmla="*/ 1311291 h 1417344"/>
              <a:gd name="connsiteX7" fmla="*/ 740542 w 833892"/>
              <a:gd name="connsiteY7" fmla="*/ 1416923 h 141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3892" h="1417344">
                <a:moveTo>
                  <a:pt x="726255" y="1412255"/>
                </a:moveTo>
                <a:cubicBezTo>
                  <a:pt x="484130" y="943435"/>
                  <a:pt x="241907" y="474710"/>
                  <a:pt x="-2313" y="1889"/>
                </a:cubicBezTo>
                <a:cubicBezTo>
                  <a:pt x="8831" y="936"/>
                  <a:pt x="16737" y="-207"/>
                  <a:pt x="23786" y="-207"/>
                </a:cubicBezTo>
                <a:cubicBezTo>
                  <a:pt x="110178" y="-207"/>
                  <a:pt x="196568" y="-1064"/>
                  <a:pt x="282961" y="650"/>
                </a:cubicBezTo>
                <a:cubicBezTo>
                  <a:pt x="296867" y="1984"/>
                  <a:pt x="309441" y="9499"/>
                  <a:pt x="317252" y="21129"/>
                </a:cubicBezTo>
                <a:cubicBezTo>
                  <a:pt x="471652" y="317547"/>
                  <a:pt x="626623" y="613680"/>
                  <a:pt x="777405" y="912003"/>
                </a:cubicBezTo>
                <a:cubicBezTo>
                  <a:pt x="841982" y="1039923"/>
                  <a:pt x="848080" y="1175845"/>
                  <a:pt x="799692" y="1311291"/>
                </a:cubicBezTo>
                <a:cubicBezTo>
                  <a:pt x="786263" y="1348724"/>
                  <a:pt x="760641" y="1381871"/>
                  <a:pt x="740542" y="1416923"/>
                </a:cubicBezTo>
                <a:close/>
              </a:path>
            </a:pathLst>
          </a:custGeom>
          <a:solidFill>
            <a:schemeClr val="accent2"/>
          </a:solidFill>
          <a:ln w="9525" cap="flat">
            <a:noFill/>
            <a:prstDash val="solid"/>
            <a:miter/>
          </a:ln>
        </p:spPr>
        <p:txBody>
          <a:bodyPr wrap="none" rtlCol="0" anchor="ctr"/>
          <a:lstStyle/>
          <a:p>
            <a:endParaRPr lang="fr-FR">
              <a:solidFill>
                <a:schemeClr val="bg1"/>
              </a:solidFill>
            </a:endParaRPr>
          </a:p>
        </p:txBody>
      </p:sp>
      <p:sp>
        <p:nvSpPr>
          <p:cNvPr id="20" name="Title 19">
            <a:extLst>
              <a:ext uri="{FF2B5EF4-FFF2-40B4-BE49-F238E27FC236}">
                <a16:creationId xmlns:a16="http://schemas.microsoft.com/office/drawing/2014/main" id="{9163C3C2-6E01-CF9E-F266-D8C99F6EB120}"/>
              </a:ext>
            </a:extLst>
          </p:cNvPr>
          <p:cNvSpPr>
            <a:spLocks noGrp="1"/>
          </p:cNvSpPr>
          <p:nvPr>
            <p:ph type="title"/>
          </p:nvPr>
        </p:nvSpPr>
        <p:spPr>
          <a:xfrm>
            <a:off x="1507002" y="609409"/>
            <a:ext cx="10515600" cy="529771"/>
          </a:xfrm>
          <a:prstGeom prst="rect">
            <a:avLst/>
          </a:prstGeom>
        </p:spPr>
        <p:txBody>
          <a:bodyPr/>
          <a:lstStyle>
            <a:lvl1pPr>
              <a:defRPr>
                <a:latin typeface="+mj-lt"/>
              </a:defRPr>
            </a:lvl1pPr>
          </a:lstStyle>
          <a:p>
            <a:r>
              <a:rPr lang="en-US" dirty="0"/>
              <a:t>Click to edit Master title style</a:t>
            </a:r>
          </a:p>
        </p:txBody>
      </p:sp>
      <p:sp>
        <p:nvSpPr>
          <p:cNvPr id="22" name="Content Placeholder 21">
            <a:extLst>
              <a:ext uri="{FF2B5EF4-FFF2-40B4-BE49-F238E27FC236}">
                <a16:creationId xmlns:a16="http://schemas.microsoft.com/office/drawing/2014/main" id="{28C2FF09-5538-E803-A6E2-5C71B1FE9C31}"/>
              </a:ext>
            </a:extLst>
          </p:cNvPr>
          <p:cNvSpPr>
            <a:spLocks noGrp="1"/>
          </p:cNvSpPr>
          <p:nvPr>
            <p:ph sz="quarter" idx="11"/>
          </p:nvPr>
        </p:nvSpPr>
        <p:spPr>
          <a:xfrm>
            <a:off x="1791335" y="1748589"/>
            <a:ext cx="9614601" cy="4408632"/>
          </a:xfrm>
          <a:prstGeom prst="rect">
            <a:avLst/>
          </a:prstGeom>
        </p:spPr>
        <p:txBody>
          <a:bodyPr/>
          <a:lstStyle>
            <a:lvl1pPr>
              <a:defRPr sz="3200">
                <a:latin typeface="+mn-lt"/>
              </a:defRPr>
            </a:lvl1pPr>
            <a:lvl2pPr>
              <a:defRPr sz="3200">
                <a:latin typeface="+mn-lt"/>
              </a:defRPr>
            </a:lvl2pPr>
            <a:lvl3pPr>
              <a:defRPr sz="28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50023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B1E77CA9-E749-4D8A-9A93-35BD6BBC8538}"/>
              </a:ext>
            </a:extLst>
          </p:cNvPr>
          <p:cNvSpPr>
            <a:spLocks noGrp="1"/>
          </p:cNvSpPr>
          <p:nvPr>
            <p:ph type="sldNum" sz="quarter" idx="4"/>
          </p:nvPr>
        </p:nvSpPr>
        <p:spPr>
          <a:xfrm>
            <a:off x="188097" y="6565900"/>
            <a:ext cx="385806" cy="138499"/>
          </a:xfrm>
          <a:prstGeom prst="rect">
            <a:avLst/>
          </a:prstGeom>
          <a:noFill/>
        </p:spPr>
        <p:txBody>
          <a:bodyPr wrap="none" lIns="36000" tIns="0" rIns="0" bIns="0" rtlCol="0">
            <a:spAutoFit/>
          </a:bodyPr>
          <a:lstStyle>
            <a:lvl1pPr algn="ctr">
              <a:defRPr lang="fr-FR" sz="900" spc="400" smtClean="0">
                <a:latin typeface="AlternateGothicEF-NoTwo" pitchFamily="2" charset="0"/>
              </a:defRPr>
            </a:lvl1pPr>
          </a:lstStyle>
          <a:p>
            <a:fld id="{75340B25-816E-44AE-8317-01D76778020A}" type="slidenum">
              <a:rPr lang="en-US" smtClean="0"/>
              <a:t>‹#›</a:t>
            </a:fld>
            <a:endParaRPr lang="en-US"/>
          </a:p>
        </p:txBody>
      </p:sp>
      <p:sp>
        <p:nvSpPr>
          <p:cNvPr id="5" name="Espace réservé du texte 2">
            <a:extLst>
              <a:ext uri="{FF2B5EF4-FFF2-40B4-BE49-F238E27FC236}">
                <a16:creationId xmlns:a16="http://schemas.microsoft.com/office/drawing/2014/main" id="{0D143684-FA7A-446B-9B17-E8388A9C6BA4}"/>
              </a:ext>
            </a:extLst>
          </p:cNvPr>
          <p:cNvSpPr>
            <a:spLocks noGrp="1"/>
          </p:cNvSpPr>
          <p:nvPr>
            <p:ph type="body" idx="1"/>
          </p:nvPr>
        </p:nvSpPr>
        <p:spPr>
          <a:xfrm>
            <a:off x="1791334" y="1978025"/>
            <a:ext cx="9714866" cy="4351338"/>
          </a:xfrm>
          <a:prstGeom prst="rect">
            <a:avLst/>
          </a:prstGeom>
        </p:spPr>
        <p:txBody>
          <a:bodyPr vert="horz" lIns="0" tIns="0" rIns="0" bIns="0" rtlCol="0">
            <a:normAutofit/>
          </a:bodyPr>
          <a:lstStyle/>
          <a:p>
            <a:pPr lvl="0"/>
            <a:r>
              <a:rPr lang="fr-FR"/>
              <a:t>Texte</a:t>
            </a:r>
          </a:p>
          <a:p>
            <a:pPr lvl="1"/>
            <a:r>
              <a:rPr lang="fr-FR"/>
              <a:t>Deuxième niveau</a:t>
            </a:r>
          </a:p>
          <a:p>
            <a:pPr lvl="2"/>
            <a:r>
              <a:rPr lang="fr-FR"/>
              <a:t>Troisième niveau</a:t>
            </a:r>
          </a:p>
          <a:p>
            <a:pPr lvl="3"/>
            <a:r>
              <a:rPr lang="fr-FR"/>
              <a:t>Quatrième niveau</a:t>
            </a:r>
          </a:p>
        </p:txBody>
      </p:sp>
      <p:sp>
        <p:nvSpPr>
          <p:cNvPr id="9" name="Espace réservé du titre 1">
            <a:extLst>
              <a:ext uri="{FF2B5EF4-FFF2-40B4-BE49-F238E27FC236}">
                <a16:creationId xmlns:a16="http://schemas.microsoft.com/office/drawing/2014/main" id="{83BF9DEA-7313-4BDC-B83A-FFA7B9FF8BF2}"/>
              </a:ext>
            </a:extLst>
          </p:cNvPr>
          <p:cNvSpPr>
            <a:spLocks noGrp="1"/>
          </p:cNvSpPr>
          <p:nvPr>
            <p:ph type="title"/>
          </p:nvPr>
        </p:nvSpPr>
        <p:spPr>
          <a:xfrm>
            <a:off x="1791334" y="517525"/>
            <a:ext cx="9714865" cy="1325563"/>
          </a:xfrm>
          <a:prstGeom prst="rect">
            <a:avLst/>
          </a:prstGeom>
        </p:spPr>
        <p:txBody>
          <a:bodyPr vert="horz" lIns="0" tIns="0" rIns="0" bIns="0" rtlCol="0" anchor="ctr">
            <a:normAutofit/>
          </a:bodyPr>
          <a:lstStyle/>
          <a:p>
            <a:r>
              <a:rPr lang="fr-FR"/>
              <a:t>titre</a:t>
            </a:r>
          </a:p>
        </p:txBody>
      </p:sp>
    </p:spTree>
    <p:extLst>
      <p:ext uri="{BB962C8B-B14F-4D97-AF65-F5344CB8AC3E}">
        <p14:creationId xmlns:p14="http://schemas.microsoft.com/office/powerpoint/2010/main" val="850380292"/>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68" r:id="rId3"/>
    <p:sldLayoutId id="2147483669" r:id="rId4"/>
    <p:sldLayoutId id="2147483660" r:id="rId5"/>
    <p:sldLayoutId id="2147483678" r:id="rId6"/>
    <p:sldLayoutId id="2147483679" r:id="rId7"/>
    <p:sldLayoutId id="2147483692" r:id="rId8"/>
    <p:sldLayoutId id="2147483694" r:id="rId9"/>
    <p:sldLayoutId id="2147483695" r:id="rId10"/>
  </p:sldLayoutIdLst>
  <p:txStyles>
    <p:titleStyle>
      <a:lvl1pPr algn="l" defTabSz="914400" rtl="0" eaLnBrk="1" latinLnBrk="0" hangingPunct="1">
        <a:lnSpc>
          <a:spcPct val="90000"/>
        </a:lnSpc>
        <a:spcBef>
          <a:spcPct val="0"/>
        </a:spcBef>
        <a:buNone/>
        <a:defRPr lang="fr-FR" sz="3600" kern="1200" cap="all" spc="200" baseline="0" dirty="0">
          <a:solidFill>
            <a:srgbClr val="305174"/>
          </a:solidFill>
          <a:latin typeface="AlternateGothicEF-NoTwo"/>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Calibri Light" panose="02000503040000020004" pitchFamily="50" charset="0"/>
          <a:ea typeface="+mn-ea"/>
          <a:cs typeface="+mn-cs"/>
        </a:defRPr>
      </a:lvl1pPr>
      <a:lvl2pPr marL="447675" indent="-180975" algn="l" defTabSz="914400" rtl="0" eaLnBrk="1" latinLnBrk="0" hangingPunct="1">
        <a:lnSpc>
          <a:spcPct val="90000"/>
        </a:lnSpc>
        <a:spcBef>
          <a:spcPts val="500"/>
        </a:spcBef>
        <a:buClr>
          <a:srgbClr val="0095BB"/>
        </a:buClr>
        <a:buFont typeface="Arial" panose="020B0604020202020204" pitchFamily="34" charset="0"/>
        <a:buChar char="•"/>
        <a:defRPr sz="1400" kern="1200">
          <a:solidFill>
            <a:schemeClr val="tx1"/>
          </a:solidFill>
          <a:latin typeface="Calibri Light" panose="02000503040000020004" pitchFamily="50" charset="0"/>
          <a:ea typeface="+mn-ea"/>
          <a:cs typeface="+mn-cs"/>
        </a:defRPr>
      </a:lvl2pPr>
      <a:lvl3pPr marL="808038" indent="-179388" algn="l" defTabSz="914400" rtl="0" eaLnBrk="1" latinLnBrk="0" hangingPunct="1">
        <a:lnSpc>
          <a:spcPct val="90000"/>
        </a:lnSpc>
        <a:spcBef>
          <a:spcPts val="500"/>
        </a:spcBef>
        <a:buClr>
          <a:srgbClr val="0095BB"/>
        </a:buClr>
        <a:buFont typeface="Arial" panose="020B0604020202020204" pitchFamily="34" charset="0"/>
        <a:buChar char="•"/>
        <a:defRPr sz="1200" kern="1200">
          <a:solidFill>
            <a:schemeClr val="tx1"/>
          </a:solidFill>
          <a:latin typeface="Calibri Light" panose="02000503040000020004" pitchFamily="50" charset="0"/>
          <a:ea typeface="+mn-ea"/>
          <a:cs typeface="+mn-cs"/>
        </a:defRPr>
      </a:lvl3pPr>
      <a:lvl4pPr marL="1257300" indent="-179388" algn="l" defTabSz="914400" rtl="0" eaLnBrk="1" latinLnBrk="0" hangingPunct="1">
        <a:lnSpc>
          <a:spcPct val="90000"/>
        </a:lnSpc>
        <a:spcBef>
          <a:spcPts val="500"/>
        </a:spcBef>
        <a:buClr>
          <a:srgbClr val="0095BB"/>
        </a:buClr>
        <a:buFont typeface="Arial" panose="020B0604020202020204" pitchFamily="34" charset="0"/>
        <a:buChar char="•"/>
        <a:defRPr sz="1100" kern="1200">
          <a:solidFill>
            <a:schemeClr val="tx1"/>
          </a:solidFill>
          <a:latin typeface="Calibri Light" panose="02000503040000020004" pitchFamily="50"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Calibri Light" panose="0200050304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1F82CA-CF07-D64A-F66F-87379A982B60}"/>
              </a:ext>
            </a:extLst>
          </p:cNvPr>
          <p:cNvSpPr>
            <a:spLocks noGrp="1"/>
          </p:cNvSpPr>
          <p:nvPr>
            <p:ph type="body" sz="quarter" idx="13"/>
          </p:nvPr>
        </p:nvSpPr>
        <p:spPr>
          <a:xfrm>
            <a:off x="1897063" y="4409493"/>
            <a:ext cx="8469312" cy="1820826"/>
          </a:xfrm>
        </p:spPr>
        <p:txBody>
          <a:bodyPr>
            <a:normAutofit fontScale="85000" lnSpcReduction="20000"/>
          </a:bodyPr>
          <a:lstStyle/>
          <a:p>
            <a:r>
              <a:rPr lang="en-US" dirty="0"/>
              <a:t>English for Digital Solutions</a:t>
            </a:r>
          </a:p>
          <a:p>
            <a:r>
              <a:rPr lang="en-US" dirty="0"/>
              <a:t>Lesson 8</a:t>
            </a:r>
          </a:p>
        </p:txBody>
      </p:sp>
    </p:spTree>
    <p:extLst>
      <p:ext uri="{BB962C8B-B14F-4D97-AF65-F5344CB8AC3E}">
        <p14:creationId xmlns:p14="http://schemas.microsoft.com/office/powerpoint/2010/main" val="379042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CF2B-590B-C15C-F7C1-141ED971E143}"/>
              </a:ext>
            </a:extLst>
          </p:cNvPr>
          <p:cNvSpPr>
            <a:spLocks noGrp="1"/>
          </p:cNvSpPr>
          <p:nvPr>
            <p:ph type="title"/>
          </p:nvPr>
        </p:nvSpPr>
        <p:spPr/>
        <p:txBody>
          <a:bodyPr/>
          <a:lstStyle/>
          <a:p>
            <a:r>
              <a:rPr lang="en-US" dirty="0"/>
              <a:t>Lesson Objectives</a:t>
            </a:r>
          </a:p>
        </p:txBody>
      </p:sp>
      <p:sp>
        <p:nvSpPr>
          <p:cNvPr id="3" name="Text Placeholder 2">
            <a:extLst>
              <a:ext uri="{FF2B5EF4-FFF2-40B4-BE49-F238E27FC236}">
                <a16:creationId xmlns:a16="http://schemas.microsoft.com/office/drawing/2014/main" id="{38BD4514-FB75-CCE6-8C69-8A62E712712C}"/>
              </a:ext>
            </a:extLst>
          </p:cNvPr>
          <p:cNvSpPr>
            <a:spLocks noGrp="1"/>
          </p:cNvSpPr>
          <p:nvPr>
            <p:ph type="body" sz="quarter" idx="11"/>
          </p:nvPr>
        </p:nvSpPr>
        <p:spPr/>
        <p:txBody>
          <a:bodyPr>
            <a:normAutofit/>
          </a:bodyPr>
          <a:lstStyle/>
          <a:p>
            <a:pPr marL="342900" indent="-342900">
              <a:buFont typeface="Arial" panose="020B0604020202020204" pitchFamily="34" charset="0"/>
              <a:buChar char="•"/>
            </a:pPr>
            <a:r>
              <a:rPr lang="en-US" dirty="0"/>
              <a:t>Presence</a:t>
            </a:r>
          </a:p>
          <a:p>
            <a:pPr marL="342900" indent="-342900">
              <a:buFont typeface="Arial" panose="020B0604020202020204" pitchFamily="34" charset="0"/>
              <a:buChar char="•"/>
            </a:pPr>
            <a:r>
              <a:rPr lang="en-US" dirty="0"/>
              <a:t>Student Feedback</a:t>
            </a:r>
          </a:p>
          <a:p>
            <a:pPr marL="342900" indent="-342900">
              <a:buFont typeface="Arial" panose="020B0604020202020204" pitchFamily="34" charset="0"/>
              <a:buChar char="•"/>
            </a:pPr>
            <a:r>
              <a:rPr lang="en-US" dirty="0"/>
              <a:t>Presentations</a:t>
            </a:r>
            <a:endParaRPr lang="en-US" sz="2400" b="1" dirty="0"/>
          </a:p>
        </p:txBody>
      </p:sp>
    </p:spTree>
    <p:extLst>
      <p:ext uri="{BB962C8B-B14F-4D97-AF65-F5344CB8AC3E}">
        <p14:creationId xmlns:p14="http://schemas.microsoft.com/office/powerpoint/2010/main" val="147830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DAB8C09-B444-4678-B994-B252799726A5}"/>
              </a:ext>
            </a:extLst>
          </p:cNvPr>
          <p:cNvSpPr>
            <a:spLocks noGrp="1"/>
          </p:cNvSpPr>
          <p:nvPr>
            <p:ph type="sldNum" sz="quarter" idx="4294967295"/>
          </p:nvPr>
        </p:nvSpPr>
        <p:spPr>
          <a:xfrm>
            <a:off x="60658" y="6565900"/>
            <a:ext cx="385807" cy="138499"/>
          </a:xfrm>
        </p:spPr>
        <p:txBody>
          <a:bodyPr/>
          <a:lstStyle/>
          <a:p>
            <a:fld id="{3B1E0E51-53CC-4C36-8961-F424CEF4E661}" type="slidenum">
              <a:rPr lang="fr-FR" smtClean="0"/>
              <a:pPr/>
              <a:t>3</a:t>
            </a:fld>
            <a:endParaRPr lang="fr-FR"/>
          </a:p>
        </p:txBody>
      </p:sp>
      <p:sp>
        <p:nvSpPr>
          <p:cNvPr id="4" name="Titre 3">
            <a:extLst>
              <a:ext uri="{FF2B5EF4-FFF2-40B4-BE49-F238E27FC236}">
                <a16:creationId xmlns:a16="http://schemas.microsoft.com/office/drawing/2014/main" id="{29FFF810-1854-4D21-B731-1A46C006C9B3}"/>
              </a:ext>
            </a:extLst>
          </p:cNvPr>
          <p:cNvSpPr>
            <a:spLocks noGrp="1"/>
          </p:cNvSpPr>
          <p:nvPr>
            <p:ph type="title"/>
          </p:nvPr>
        </p:nvSpPr>
        <p:spPr>
          <a:xfrm>
            <a:off x="1750194" y="902750"/>
            <a:ext cx="9216668" cy="680418"/>
          </a:xfrm>
        </p:spPr>
        <p:txBody>
          <a:bodyPr>
            <a:normAutofit/>
          </a:bodyPr>
          <a:lstStyle/>
          <a:p>
            <a:r>
              <a:rPr lang="en-US" dirty="0"/>
              <a:t>class dates and evaluations</a:t>
            </a:r>
          </a:p>
        </p:txBody>
      </p:sp>
      <p:graphicFrame>
        <p:nvGraphicFramePr>
          <p:cNvPr id="6" name="Tableau 5">
            <a:extLst>
              <a:ext uri="{FF2B5EF4-FFF2-40B4-BE49-F238E27FC236}">
                <a16:creationId xmlns:a16="http://schemas.microsoft.com/office/drawing/2014/main" id="{1FB7F03F-2B56-4B77-8B10-7C3668E2ED13}"/>
              </a:ext>
            </a:extLst>
          </p:cNvPr>
          <p:cNvGraphicFramePr>
            <a:graphicFrameLocks noGrp="1"/>
          </p:cNvGraphicFramePr>
          <p:nvPr>
            <p:extLst>
              <p:ext uri="{D42A27DB-BD31-4B8C-83A1-F6EECF244321}">
                <p14:modId xmlns:p14="http://schemas.microsoft.com/office/powerpoint/2010/main" val="3701609644"/>
              </p:ext>
            </p:extLst>
          </p:nvPr>
        </p:nvGraphicFramePr>
        <p:xfrm>
          <a:off x="1208512" y="1862050"/>
          <a:ext cx="10113423" cy="4305987"/>
        </p:xfrm>
        <a:graphic>
          <a:graphicData uri="http://schemas.openxmlformats.org/drawingml/2006/table">
            <a:tbl>
              <a:tblPr firstRow="1" bandRow="1">
                <a:tableStyleId>{93296810-A885-4BE3-A3E7-6D5BEEA58F35}</a:tableStyleId>
              </a:tblPr>
              <a:tblGrid>
                <a:gridCol w="7270601">
                  <a:extLst>
                    <a:ext uri="{9D8B030D-6E8A-4147-A177-3AD203B41FA5}">
                      <a16:colId xmlns:a16="http://schemas.microsoft.com/office/drawing/2014/main" val="955136022"/>
                    </a:ext>
                  </a:extLst>
                </a:gridCol>
                <a:gridCol w="1421411">
                  <a:extLst>
                    <a:ext uri="{9D8B030D-6E8A-4147-A177-3AD203B41FA5}">
                      <a16:colId xmlns:a16="http://schemas.microsoft.com/office/drawing/2014/main" val="3897766448"/>
                    </a:ext>
                  </a:extLst>
                </a:gridCol>
                <a:gridCol w="1421411">
                  <a:extLst>
                    <a:ext uri="{9D8B030D-6E8A-4147-A177-3AD203B41FA5}">
                      <a16:colId xmlns:a16="http://schemas.microsoft.com/office/drawing/2014/main" val="336728332"/>
                    </a:ext>
                  </a:extLst>
                </a:gridCol>
              </a:tblGrid>
              <a:tr h="478443">
                <a:tc>
                  <a:txBody>
                    <a:bodyPr/>
                    <a:lstStyle/>
                    <a:p>
                      <a:pPr algn="ctr"/>
                      <a:r>
                        <a:rPr lang="en-US" sz="2400" dirty="0">
                          <a:latin typeface="+mj-lt"/>
                        </a:rPr>
                        <a:t>Evaluations</a:t>
                      </a:r>
                    </a:p>
                  </a:txBody>
                  <a:tcPr/>
                </a:tc>
                <a:tc>
                  <a:txBody>
                    <a:bodyPr/>
                    <a:lstStyle/>
                    <a:p>
                      <a:pPr algn="ctr"/>
                      <a:r>
                        <a:rPr lang="en-US" sz="2400" dirty="0"/>
                        <a:t>PARIS</a:t>
                      </a:r>
                      <a:endParaRPr lang="en-US" dirty="0"/>
                    </a:p>
                  </a:txBody>
                  <a:tcPr/>
                </a:tc>
                <a:tc>
                  <a:txBody>
                    <a:bodyPr/>
                    <a:lstStyle/>
                    <a:p>
                      <a:pPr algn="ctr"/>
                      <a:r>
                        <a:rPr lang="en-US" sz="2400" dirty="0">
                          <a:latin typeface="+mj-lt"/>
                        </a:rPr>
                        <a:t>NANTES</a:t>
                      </a:r>
                    </a:p>
                  </a:txBody>
                  <a:tcPr/>
                </a:tc>
                <a:extLst>
                  <a:ext uri="{0D108BD9-81ED-4DB2-BD59-A6C34878D82A}">
                    <a16:rowId xmlns:a16="http://schemas.microsoft.com/office/drawing/2014/main" val="2877726999"/>
                  </a:ext>
                </a:extLst>
              </a:tr>
              <a:tr h="478443">
                <a:tc>
                  <a:txBody>
                    <a:bodyPr/>
                    <a:lstStyle/>
                    <a:p>
                      <a:pPr algn="l"/>
                      <a:r>
                        <a:rPr lang="en-US" sz="2400" dirty="0">
                          <a:latin typeface="+mj-lt"/>
                        </a:rPr>
                        <a:t>Lesson 1 </a:t>
                      </a: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08-oct</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dirty="0">
                          <a:effectLst/>
                          <a:latin typeface="Calibri" panose="020F0502020204030204" pitchFamily="34" charset="0"/>
                          <a:ea typeface="Avenir Next LT Pro" panose="020B0504020202020204" pitchFamily="34" charset="0"/>
                          <a:cs typeface="Times New Roman" panose="02020603050405020304" pitchFamily="18" charset="0"/>
                        </a:rPr>
                        <a:t>02-oct</a:t>
                      </a:r>
                      <a:endParaRPr lang="en-US" sz="2400" dirty="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374965052"/>
                  </a:ext>
                </a:extLst>
              </a:tr>
              <a:tr h="478443">
                <a:tc>
                  <a:txBody>
                    <a:bodyPr/>
                    <a:lstStyle/>
                    <a:p>
                      <a:pPr algn="l"/>
                      <a:r>
                        <a:rPr lang="en-US" sz="2400" dirty="0">
                          <a:latin typeface="+mj-lt"/>
                        </a:rPr>
                        <a:t>Lesson 2</a:t>
                      </a:r>
                      <a:endParaRPr lang="en-US" sz="2400" b="1" i="1" dirty="0">
                        <a:solidFill>
                          <a:srgbClr val="7030A0"/>
                        </a:solidFill>
                        <a:latin typeface="+mj-lt"/>
                      </a:endParaRP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15-oct</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09-oct</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736893387"/>
                  </a:ext>
                </a:extLst>
              </a:tr>
              <a:tr h="478443">
                <a:tc>
                  <a:txBody>
                    <a:bodyPr/>
                    <a:lstStyle/>
                    <a:p>
                      <a:pPr algn="l"/>
                      <a:r>
                        <a:rPr lang="en-US" sz="2400" b="0" dirty="0">
                          <a:latin typeface="+mj-lt"/>
                        </a:rPr>
                        <a:t>Lesson 3</a:t>
                      </a:r>
                      <a:endParaRPr lang="en-US" sz="2400" b="1" dirty="0">
                        <a:latin typeface="+mn-lt"/>
                      </a:endParaRP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05-nov</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06-nov</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26459633"/>
                  </a:ext>
                </a:extLst>
              </a:tr>
              <a:tr h="478443">
                <a:tc>
                  <a:txBody>
                    <a:bodyPr/>
                    <a:lstStyle/>
                    <a:p>
                      <a:pPr algn="l"/>
                      <a:r>
                        <a:rPr lang="en-US" sz="2400" b="0" dirty="0">
                          <a:latin typeface="+mj-lt"/>
                        </a:rPr>
                        <a:t>Lesson 4</a:t>
                      </a: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19-nov</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20-nov</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670981484"/>
                  </a:ext>
                </a:extLst>
              </a:tr>
              <a:tr h="478443">
                <a:tc>
                  <a:txBody>
                    <a:bodyPr/>
                    <a:lstStyle/>
                    <a:p>
                      <a:pPr algn="l"/>
                      <a:r>
                        <a:rPr lang="en-US" sz="2400" b="0" dirty="0">
                          <a:latin typeface="+mj-lt"/>
                        </a:rPr>
                        <a:t>Lesson 5 </a:t>
                      </a:r>
                      <a:endParaRPr lang="en-US" sz="2400" b="0" dirty="0">
                        <a:solidFill>
                          <a:srgbClr val="C00000"/>
                        </a:solidFill>
                        <a:latin typeface="+mj-lt"/>
                      </a:endParaRP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26-nov</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27-nov</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860662698"/>
                  </a:ext>
                </a:extLst>
              </a:tr>
              <a:tr h="478443">
                <a:tc>
                  <a:txBody>
                    <a:bodyPr/>
                    <a:lstStyle/>
                    <a:p>
                      <a:pPr algn="l"/>
                      <a:r>
                        <a:rPr lang="en-US" sz="2400" b="0" dirty="0">
                          <a:latin typeface="+mj-lt"/>
                        </a:rPr>
                        <a:t>Lesson 6 </a:t>
                      </a:r>
                      <a:r>
                        <a:rPr lang="en-US" sz="2400" b="1" dirty="0">
                          <a:solidFill>
                            <a:schemeClr val="accent2"/>
                          </a:solidFill>
                          <a:latin typeface="+mj-lt"/>
                        </a:rPr>
                        <a:t>Start work on posters and presentation</a:t>
                      </a:r>
                      <a:endParaRPr lang="en-US" sz="2400" b="0" i="1" kern="1200" dirty="0">
                        <a:solidFill>
                          <a:schemeClr val="accent2"/>
                        </a:solidFill>
                        <a:latin typeface="+mj-lt"/>
                        <a:ea typeface="+mn-ea"/>
                        <a:cs typeface="+mn-cs"/>
                      </a:endParaRPr>
                    </a:p>
                  </a:txBody>
                  <a:tcPr/>
                </a:tc>
                <a:tc>
                  <a:txBody>
                    <a:bodyPr/>
                    <a:lstStyle/>
                    <a:p>
                      <a:pPr>
                        <a:lnSpc>
                          <a:spcPct val="107000"/>
                        </a:lnSpc>
                        <a:spcAft>
                          <a:spcPts val="800"/>
                        </a:spcAft>
                      </a:pPr>
                      <a:r>
                        <a:rPr lang="en-US" sz="2400">
                          <a:solidFill>
                            <a:srgbClr val="000000"/>
                          </a:solidFill>
                          <a:effectLst/>
                          <a:latin typeface="Calibri" panose="020F0502020204030204" pitchFamily="34" charset="0"/>
                          <a:ea typeface="Avenir Next LT Pro" panose="020B0504020202020204" pitchFamily="34" charset="0"/>
                          <a:cs typeface="Times New Roman" panose="02020603050405020304" pitchFamily="18" charset="0"/>
                        </a:rPr>
                        <a:t>03-déc</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a:solidFill>
                            <a:srgbClr val="000000"/>
                          </a:solidFill>
                          <a:effectLst/>
                          <a:latin typeface="Calibri" panose="020F0502020204030204" pitchFamily="34" charset="0"/>
                          <a:ea typeface="Avenir Next LT Pro" panose="020B0504020202020204" pitchFamily="34" charset="0"/>
                          <a:cs typeface="Times New Roman" panose="02020603050405020304" pitchFamily="18" charset="0"/>
                        </a:rPr>
                        <a:t>04-déc</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63567652"/>
                  </a:ext>
                </a:extLst>
              </a:tr>
              <a:tr h="4784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latin typeface="+mj-lt"/>
                        </a:rPr>
                        <a:t>Lesson 7 </a:t>
                      </a:r>
                      <a:r>
                        <a:rPr lang="en-US" sz="2400" b="1" kern="1200" dirty="0">
                          <a:solidFill>
                            <a:srgbClr val="C00000"/>
                          </a:solidFill>
                          <a:latin typeface="+mn-lt"/>
                          <a:ea typeface="+mn-ea"/>
                          <a:cs typeface="+mn-cs"/>
                        </a:rPr>
                        <a:t>Vocabulary Exam</a:t>
                      </a:r>
                      <a:endParaRPr lang="en-US" sz="2400" b="1" dirty="0">
                        <a:solidFill>
                          <a:schemeClr val="accent2"/>
                        </a:solidFill>
                        <a:latin typeface="+mj-lt"/>
                      </a:endParaRP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10-déc</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dirty="0">
                          <a:effectLst/>
                          <a:latin typeface="Calibri" panose="020F0502020204030204" pitchFamily="34" charset="0"/>
                          <a:ea typeface="Avenir Next LT Pro" panose="020B0504020202020204" pitchFamily="34" charset="0"/>
                          <a:cs typeface="Times New Roman" panose="02020603050405020304" pitchFamily="18" charset="0"/>
                        </a:rPr>
                        <a:t>11-déc</a:t>
                      </a:r>
                      <a:endParaRPr lang="en-US" sz="2400" dirty="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79557900"/>
                  </a:ext>
                </a:extLst>
              </a:tr>
              <a:tr h="4784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latin typeface="+mj-lt"/>
                        </a:rPr>
                        <a:t>Lesson 8 </a:t>
                      </a:r>
                      <a:r>
                        <a:rPr lang="en-US" sz="2400" b="1" kern="1200" dirty="0">
                          <a:solidFill>
                            <a:srgbClr val="C00000"/>
                          </a:solidFill>
                          <a:latin typeface="+mn-lt"/>
                          <a:ea typeface="+mn-ea"/>
                          <a:cs typeface="+mn-cs"/>
                        </a:rPr>
                        <a:t>Poster Presentations</a:t>
                      </a:r>
                    </a:p>
                  </a:txBody>
                  <a:tcPr/>
                </a:tc>
                <a:tc>
                  <a:txBody>
                    <a:bodyPr/>
                    <a:lstStyle/>
                    <a:p>
                      <a:pPr>
                        <a:lnSpc>
                          <a:spcPct val="107000"/>
                        </a:lnSpc>
                        <a:spcAft>
                          <a:spcPts val="800"/>
                        </a:spcAft>
                      </a:pPr>
                      <a:r>
                        <a:rPr lang="en-US" sz="2400">
                          <a:effectLst/>
                          <a:latin typeface="Calibri" panose="020F0502020204030204" pitchFamily="34" charset="0"/>
                          <a:ea typeface="Avenir Next LT Pro" panose="020B0504020202020204" pitchFamily="34" charset="0"/>
                          <a:cs typeface="Times New Roman" panose="02020603050405020304" pitchFamily="18" charset="0"/>
                        </a:rPr>
                        <a:t>17-déc</a:t>
                      </a:r>
                      <a:endParaRPr lang="en-US" sz="240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tc>
                  <a:txBody>
                    <a:bodyPr/>
                    <a:lstStyle/>
                    <a:p>
                      <a:pPr>
                        <a:lnSpc>
                          <a:spcPct val="107000"/>
                        </a:lnSpc>
                        <a:spcAft>
                          <a:spcPts val="800"/>
                        </a:spcAft>
                      </a:pPr>
                      <a:r>
                        <a:rPr lang="en-US" sz="2400" dirty="0">
                          <a:effectLst/>
                          <a:latin typeface="Calibri" panose="020F0502020204030204" pitchFamily="34" charset="0"/>
                          <a:ea typeface="Avenir Next LT Pro" panose="020B0504020202020204" pitchFamily="34" charset="0"/>
                          <a:cs typeface="Times New Roman" panose="02020603050405020304" pitchFamily="18" charset="0"/>
                        </a:rPr>
                        <a:t>18-déc</a:t>
                      </a:r>
                      <a:endParaRPr lang="en-US" sz="2400" dirty="0">
                        <a:effectLst/>
                        <a:latin typeface="Avenir Next LT Pro" panose="020B0504020202020204" pitchFamily="34" charset="0"/>
                        <a:ea typeface="Avenir Next LT Pro" panose="020B05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24426937"/>
                  </a:ext>
                </a:extLst>
              </a:tr>
            </a:tbl>
          </a:graphicData>
        </a:graphic>
      </p:graphicFrame>
    </p:spTree>
    <p:extLst>
      <p:ext uri="{BB962C8B-B14F-4D97-AF65-F5344CB8AC3E}">
        <p14:creationId xmlns:p14="http://schemas.microsoft.com/office/powerpoint/2010/main" val="1013930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2B92C-D5C9-CEAF-2CF1-EFA9FE3AD716}"/>
              </a:ext>
            </a:extLst>
          </p:cNvPr>
          <p:cNvSpPr>
            <a:spLocks noGrp="1"/>
          </p:cNvSpPr>
          <p:nvPr>
            <p:ph type="title"/>
          </p:nvPr>
        </p:nvSpPr>
        <p:spPr>
          <a:xfrm>
            <a:off x="1507002" y="609409"/>
            <a:ext cx="10515600" cy="529771"/>
          </a:xfrm>
        </p:spPr>
        <p:txBody>
          <a:bodyPr anchor="ctr">
            <a:normAutofit/>
          </a:bodyPr>
          <a:lstStyle/>
          <a:p>
            <a:r>
              <a:rPr lang="en-US" dirty="0"/>
              <a:t>Student Feedback Survey</a:t>
            </a:r>
          </a:p>
        </p:txBody>
      </p:sp>
      <p:sp>
        <p:nvSpPr>
          <p:cNvPr id="3" name="Content Placeholder 2">
            <a:extLst>
              <a:ext uri="{FF2B5EF4-FFF2-40B4-BE49-F238E27FC236}">
                <a16:creationId xmlns:a16="http://schemas.microsoft.com/office/drawing/2014/main" id="{BEDAAC97-D0D8-3FA1-D959-75D860B4FE98}"/>
              </a:ext>
            </a:extLst>
          </p:cNvPr>
          <p:cNvSpPr>
            <a:spLocks noGrp="1"/>
          </p:cNvSpPr>
          <p:nvPr>
            <p:ph sz="quarter" idx="11"/>
          </p:nvPr>
        </p:nvSpPr>
        <p:spPr>
          <a:xfrm>
            <a:off x="1791335" y="1748589"/>
            <a:ext cx="4712050" cy="4408632"/>
          </a:xfrm>
        </p:spPr>
        <p:txBody>
          <a:bodyPr>
            <a:normAutofit/>
          </a:bodyPr>
          <a:lstStyle/>
          <a:p>
            <a:pPr marL="457200" indent="-457200">
              <a:buFont typeface="Arial" panose="020B0604020202020204" pitchFamily="34" charset="0"/>
              <a:buChar char="•"/>
            </a:pPr>
            <a:r>
              <a:rPr lang="en-US" dirty="0"/>
              <a:t>Please complete this short survey for this class.</a:t>
            </a:r>
          </a:p>
          <a:p>
            <a:pPr marL="457200" indent="-457200">
              <a:buFont typeface="Arial" panose="020B0604020202020204" pitchFamily="34" charset="0"/>
              <a:buChar char="•"/>
            </a:pPr>
            <a:r>
              <a:rPr lang="en-US" dirty="0"/>
              <a:t>Your responses are anonymous.</a:t>
            </a:r>
          </a:p>
          <a:p>
            <a:pPr marL="457200" indent="-457200">
              <a:buFont typeface="Arial" panose="020B0604020202020204" pitchFamily="34" charset="0"/>
              <a:buChar char="•"/>
            </a:pPr>
            <a:r>
              <a:rPr lang="en-US" dirty="0"/>
              <a:t>You may respond in English or French.</a:t>
            </a:r>
          </a:p>
        </p:txBody>
      </p:sp>
      <p:pic>
        <p:nvPicPr>
          <p:cNvPr id="7" name="Picture 6" descr="A qr code on a blue background&#10;&#10;AI-generated content may be incorrect.">
            <a:extLst>
              <a:ext uri="{FF2B5EF4-FFF2-40B4-BE49-F238E27FC236}">
                <a16:creationId xmlns:a16="http://schemas.microsoft.com/office/drawing/2014/main" id="{24C96D8D-1516-CC0D-79E5-08813525EE35}"/>
              </a:ext>
            </a:extLst>
          </p:cNvPr>
          <p:cNvPicPr>
            <a:picLocks noChangeAspect="1"/>
          </p:cNvPicPr>
          <p:nvPr/>
        </p:nvPicPr>
        <p:blipFill>
          <a:blip r:embed="rId2">
            <a:extLst>
              <a:ext uri="{28A0092B-C50C-407E-A947-70E740481C1C}">
                <a14:useLocalDpi xmlns:a14="http://schemas.microsoft.com/office/drawing/2010/main" val="0"/>
              </a:ext>
            </a:extLst>
          </a:blip>
          <a:srcRect r="-1" b="6438"/>
          <a:stretch>
            <a:fillRect/>
          </a:stretch>
        </p:blipFill>
        <p:spPr>
          <a:xfrm>
            <a:off x="6693885" y="1748589"/>
            <a:ext cx="4712050" cy="4408632"/>
          </a:xfrm>
          <a:prstGeom prst="rect">
            <a:avLst/>
          </a:prstGeom>
          <a:noFill/>
        </p:spPr>
      </p:pic>
    </p:spTree>
    <p:extLst>
      <p:ext uri="{BB962C8B-B14F-4D97-AF65-F5344CB8AC3E}">
        <p14:creationId xmlns:p14="http://schemas.microsoft.com/office/powerpoint/2010/main" val="563119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B8D6D-0F75-A996-6C85-1360A88273A4}"/>
              </a:ext>
            </a:extLst>
          </p:cNvPr>
          <p:cNvSpPr>
            <a:spLocks noGrp="1"/>
          </p:cNvSpPr>
          <p:nvPr>
            <p:ph type="title"/>
          </p:nvPr>
        </p:nvSpPr>
        <p:spPr>
          <a:xfrm>
            <a:off x="1507002" y="677615"/>
            <a:ext cx="10515600" cy="529771"/>
          </a:xfrm>
        </p:spPr>
        <p:txBody>
          <a:bodyPr/>
          <a:lstStyle/>
          <a:p>
            <a:r>
              <a:rPr lang="en-US" dirty="0"/>
              <a:t>Poster Presentations</a:t>
            </a:r>
          </a:p>
        </p:txBody>
      </p:sp>
      <p:graphicFrame>
        <p:nvGraphicFramePr>
          <p:cNvPr id="4" name="Table 4">
            <a:extLst>
              <a:ext uri="{FF2B5EF4-FFF2-40B4-BE49-F238E27FC236}">
                <a16:creationId xmlns:a16="http://schemas.microsoft.com/office/drawing/2014/main" id="{42BA643E-E2DF-A847-4840-0509B2BAAF04}"/>
              </a:ext>
            </a:extLst>
          </p:cNvPr>
          <p:cNvGraphicFramePr>
            <a:graphicFrameLocks noGrp="1"/>
          </p:cNvGraphicFramePr>
          <p:nvPr>
            <p:ph sz="quarter" idx="11"/>
          </p:nvPr>
        </p:nvGraphicFramePr>
        <p:xfrm>
          <a:off x="1267092" y="1338686"/>
          <a:ext cx="10027272" cy="4576813"/>
        </p:xfrm>
        <a:graphic>
          <a:graphicData uri="http://schemas.openxmlformats.org/drawingml/2006/table">
            <a:tbl>
              <a:tblPr firstCol="1" bandRow="1">
                <a:tableStyleId>{5940675A-B579-460E-94D1-54222C63F5DA}</a:tableStyleId>
              </a:tblPr>
              <a:tblGrid>
                <a:gridCol w="1236198">
                  <a:extLst>
                    <a:ext uri="{9D8B030D-6E8A-4147-A177-3AD203B41FA5}">
                      <a16:colId xmlns:a16="http://schemas.microsoft.com/office/drawing/2014/main" val="1376950005"/>
                    </a:ext>
                  </a:extLst>
                </a:gridCol>
                <a:gridCol w="8791074">
                  <a:extLst>
                    <a:ext uri="{9D8B030D-6E8A-4147-A177-3AD203B41FA5}">
                      <a16:colId xmlns:a16="http://schemas.microsoft.com/office/drawing/2014/main" val="2064742793"/>
                    </a:ext>
                  </a:extLst>
                </a:gridCol>
              </a:tblGrid>
              <a:tr h="1501541">
                <a:tc>
                  <a:txBody>
                    <a:bodyPr/>
                    <a:lstStyle/>
                    <a:p>
                      <a:r>
                        <a:rPr lang="en-US" sz="2000" b="1" dirty="0">
                          <a:latin typeface="+mj-lt"/>
                        </a:rPr>
                        <a:t>Delivery</a:t>
                      </a:r>
                    </a:p>
                    <a:p>
                      <a:r>
                        <a:rPr lang="en-US" sz="2000" b="1" dirty="0">
                          <a:latin typeface="+mj-lt"/>
                        </a:rPr>
                        <a:t>10 pts</a:t>
                      </a:r>
                    </a:p>
                  </a:txBody>
                  <a:tcPr/>
                </a:tc>
                <a:tc>
                  <a:txBody>
                    <a:bodyPr/>
                    <a:lstStyle/>
                    <a:p>
                      <a:pPr marL="285750" indent="-285750">
                        <a:buFont typeface="Arial" panose="020B0604020202020204" pitchFamily="34" charset="0"/>
                        <a:buChar char="•"/>
                      </a:pPr>
                      <a:r>
                        <a:rPr lang="en-US" sz="2000" dirty="0">
                          <a:latin typeface="+mj-lt"/>
                        </a:rPr>
                        <a:t> The team is well-prepared without relying on reading their poster</a:t>
                      </a:r>
                    </a:p>
                    <a:p>
                      <a:pPr marL="285750" indent="-285750">
                        <a:buFont typeface="Arial" panose="020B0604020202020204" pitchFamily="34" charset="0"/>
                        <a:buChar char="•"/>
                      </a:pPr>
                      <a:r>
                        <a:rPr lang="en-US" sz="2000" dirty="0">
                          <a:latin typeface="+mj-lt"/>
                        </a:rPr>
                        <a:t>There are clear transitions between speakers</a:t>
                      </a:r>
                    </a:p>
                    <a:p>
                      <a:pPr marL="285750" indent="-285750">
                        <a:buFont typeface="Arial" panose="020B0604020202020204" pitchFamily="34" charset="0"/>
                        <a:buChar char="•"/>
                      </a:pPr>
                      <a:r>
                        <a:rPr lang="en-US" sz="2000" dirty="0">
                          <a:latin typeface="+mj-lt"/>
                        </a:rPr>
                        <a:t>The delivery is confident, engaging, and easily understood with minimal effort from the listener (few errors in grammar or vocabulary)</a:t>
                      </a:r>
                    </a:p>
                  </a:txBody>
                  <a:tcPr/>
                </a:tc>
                <a:extLst>
                  <a:ext uri="{0D108BD9-81ED-4DB2-BD59-A6C34878D82A}">
                    <a16:rowId xmlns:a16="http://schemas.microsoft.com/office/drawing/2014/main" val="3181948739"/>
                  </a:ext>
                </a:extLst>
              </a:tr>
              <a:tr h="1155032">
                <a:tc>
                  <a:txBody>
                    <a:bodyPr/>
                    <a:lstStyle/>
                    <a:p>
                      <a:r>
                        <a:rPr lang="en-US" sz="2000" b="1" dirty="0">
                          <a:latin typeface="+mj-lt"/>
                        </a:rPr>
                        <a:t>Content</a:t>
                      </a:r>
                    </a:p>
                    <a:p>
                      <a:r>
                        <a:rPr lang="en-US" sz="2000" b="1" dirty="0">
                          <a:latin typeface="+mj-lt"/>
                        </a:rPr>
                        <a:t>7 pts</a:t>
                      </a:r>
                    </a:p>
                  </a:txBody>
                  <a:tcPr/>
                </a:tc>
                <a:tc>
                  <a:txBody>
                    <a:bodyPr/>
                    <a:lstStyle/>
                    <a:p>
                      <a:pPr marL="285750" indent="-285750">
                        <a:buFont typeface="Arial" panose="020B0604020202020204" pitchFamily="34" charset="0"/>
                        <a:buChar char="•"/>
                      </a:pPr>
                      <a:r>
                        <a:rPr lang="en-US" sz="2000" dirty="0">
                          <a:latin typeface="+mj-lt"/>
                        </a:rPr>
                        <a:t>The poster is thoughtfully designed and easily communicates visual information (not text-heavy; uses graphics, tables, and images)</a:t>
                      </a:r>
                    </a:p>
                    <a:p>
                      <a:pPr marL="285750" indent="-285750">
                        <a:buFont typeface="Arial" panose="020B0604020202020204" pitchFamily="34" charset="0"/>
                        <a:buChar char="•"/>
                      </a:pPr>
                      <a:r>
                        <a:rPr lang="en-US" sz="2000" dirty="0">
                          <a:latin typeface="+mj-lt"/>
                        </a:rPr>
                        <a:t>The poster and presentation complement one another and share the complete process that students used to discover their solution</a:t>
                      </a:r>
                    </a:p>
                    <a:p>
                      <a:pPr marL="285750" indent="-285750">
                        <a:buFont typeface="Arial" panose="020B0604020202020204" pitchFamily="34" charset="0"/>
                        <a:buChar char="•"/>
                      </a:pPr>
                      <a:r>
                        <a:rPr lang="en-US" sz="2000" dirty="0">
                          <a:latin typeface="+mj-lt"/>
                        </a:rPr>
                        <a:t>The team clearly shares their identified problem, presents their digital solution, and shares how their solution will address the problem</a:t>
                      </a:r>
                    </a:p>
                  </a:txBody>
                  <a:tcPr/>
                </a:tc>
                <a:extLst>
                  <a:ext uri="{0D108BD9-81ED-4DB2-BD59-A6C34878D82A}">
                    <a16:rowId xmlns:a16="http://schemas.microsoft.com/office/drawing/2014/main" val="4171615840"/>
                  </a:ext>
                </a:extLst>
              </a:tr>
              <a:tr h="1155032">
                <a:tc>
                  <a:txBody>
                    <a:bodyPr/>
                    <a:lstStyle/>
                    <a:p>
                      <a:r>
                        <a:rPr lang="en-US" sz="2000" b="1" dirty="0">
                          <a:latin typeface="+mj-lt"/>
                        </a:rPr>
                        <a:t>Structure</a:t>
                      </a:r>
                    </a:p>
                    <a:p>
                      <a:r>
                        <a:rPr lang="en-US" sz="2000" b="1" dirty="0">
                          <a:latin typeface="+mj-lt"/>
                        </a:rPr>
                        <a:t>3 pts</a:t>
                      </a:r>
                    </a:p>
                  </a:txBody>
                  <a:tcPr/>
                </a:tc>
                <a:tc>
                  <a:txBody>
                    <a:bodyPr/>
                    <a:lstStyle/>
                    <a:p>
                      <a:pPr marL="285750" indent="-285750">
                        <a:buFont typeface="Arial" panose="020B0604020202020204" pitchFamily="34" charset="0"/>
                        <a:buChar char="•"/>
                      </a:pPr>
                      <a:r>
                        <a:rPr lang="en-US" sz="2000" dirty="0">
                          <a:latin typeface="+mj-lt"/>
                        </a:rPr>
                        <a:t> The team presents their information in a well-organized, easy-to-follow manner</a:t>
                      </a:r>
                    </a:p>
                    <a:p>
                      <a:pPr marL="285750" indent="-285750">
                        <a:buFont typeface="Arial" panose="020B0604020202020204" pitchFamily="34" charset="0"/>
                        <a:buChar char="•"/>
                      </a:pPr>
                      <a:r>
                        <a:rPr lang="en-US" sz="2000" dirty="0">
                          <a:latin typeface="+mj-lt"/>
                        </a:rPr>
                        <a:t>The presentation opens with a hook and ends with a successful conclusion</a:t>
                      </a:r>
                    </a:p>
                  </a:txBody>
                  <a:tcPr/>
                </a:tc>
                <a:extLst>
                  <a:ext uri="{0D108BD9-81ED-4DB2-BD59-A6C34878D82A}">
                    <a16:rowId xmlns:a16="http://schemas.microsoft.com/office/drawing/2014/main" val="3232385975"/>
                  </a:ext>
                </a:extLst>
              </a:tr>
            </a:tbl>
          </a:graphicData>
        </a:graphic>
      </p:graphicFrame>
    </p:spTree>
    <p:extLst>
      <p:ext uri="{BB962C8B-B14F-4D97-AF65-F5344CB8AC3E}">
        <p14:creationId xmlns:p14="http://schemas.microsoft.com/office/powerpoint/2010/main" val="2613950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0C645-5189-A4A3-346C-C99201E17A69}"/>
              </a:ext>
            </a:extLst>
          </p:cNvPr>
          <p:cNvSpPr>
            <a:spLocks noGrp="1"/>
          </p:cNvSpPr>
          <p:nvPr>
            <p:ph type="title"/>
          </p:nvPr>
        </p:nvSpPr>
        <p:spPr/>
        <p:txBody>
          <a:bodyPr/>
          <a:lstStyle/>
          <a:p>
            <a:r>
              <a:rPr lang="en-US" dirty="0"/>
              <a:t>Poster Requirements</a:t>
            </a:r>
          </a:p>
        </p:txBody>
      </p:sp>
      <p:sp>
        <p:nvSpPr>
          <p:cNvPr id="3" name="Text Placeholder 2">
            <a:extLst>
              <a:ext uri="{FF2B5EF4-FFF2-40B4-BE49-F238E27FC236}">
                <a16:creationId xmlns:a16="http://schemas.microsoft.com/office/drawing/2014/main" id="{4771C4BC-69AF-49E6-7A3B-9071F98DFBE0}"/>
              </a:ext>
            </a:extLst>
          </p:cNvPr>
          <p:cNvSpPr>
            <a:spLocks noGrp="1"/>
          </p:cNvSpPr>
          <p:nvPr>
            <p:ph type="body" sz="quarter" idx="11"/>
          </p:nvPr>
        </p:nvSpPr>
        <p:spPr/>
        <p:txBody>
          <a:bodyPr/>
          <a:lstStyle/>
          <a:p>
            <a:pPr marL="342900" indent="-342900">
              <a:buFont typeface="Arial" panose="020B0604020202020204" pitchFamily="34" charset="0"/>
              <a:buChar char="•"/>
            </a:pPr>
            <a:r>
              <a:rPr lang="en-US" dirty="0"/>
              <a:t>Your poster must show each of the steps of the problem-solving process</a:t>
            </a:r>
          </a:p>
          <a:p>
            <a:pPr marL="342900" indent="-342900">
              <a:buFont typeface="Arial" panose="020B0604020202020204" pitchFamily="34" charset="0"/>
              <a:buChar char="•"/>
            </a:pPr>
            <a:r>
              <a:rPr lang="en-US" dirty="0"/>
              <a:t>Your poster must include your defined problem; impact statement; short-term, mid-term, and long-term outcomes; and at least 3 clearly defined activities</a:t>
            </a:r>
          </a:p>
          <a:p>
            <a:pPr marL="342900" indent="-342900">
              <a:buFont typeface="Arial" panose="020B0604020202020204" pitchFamily="34" charset="0"/>
              <a:buChar char="•"/>
            </a:pPr>
            <a:r>
              <a:rPr lang="en-US" dirty="0"/>
              <a:t>Your activities must be digital solutions</a:t>
            </a:r>
          </a:p>
          <a:p>
            <a:pPr marL="342900" indent="-342900">
              <a:buFont typeface="Arial" panose="020B0604020202020204" pitchFamily="34" charset="0"/>
              <a:buChar char="•"/>
            </a:pPr>
            <a:r>
              <a:rPr lang="en-US" dirty="0"/>
              <a:t>Your poster must use visuals to present information to be understood “at-a-glance”—don’t rely too heavily on too much text</a:t>
            </a:r>
          </a:p>
          <a:p>
            <a:pPr marL="342900" indent="-342900">
              <a:buFont typeface="Arial" panose="020B0604020202020204" pitchFamily="34" charset="0"/>
              <a:buChar char="•"/>
            </a:pPr>
            <a:r>
              <a:rPr lang="en-US" dirty="0"/>
              <a:t>Your posters should be creative and effective! You will be using paper and markers to create your posters. You can decide to print things if you would like, but that is not required.</a:t>
            </a:r>
          </a:p>
        </p:txBody>
      </p:sp>
    </p:spTree>
    <p:extLst>
      <p:ext uri="{BB962C8B-B14F-4D97-AF65-F5344CB8AC3E}">
        <p14:creationId xmlns:p14="http://schemas.microsoft.com/office/powerpoint/2010/main" val="334075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149D1-AF68-1B4E-09BA-0AFF8DDD89FD}"/>
              </a:ext>
            </a:extLst>
          </p:cNvPr>
          <p:cNvSpPr>
            <a:spLocks noGrp="1"/>
          </p:cNvSpPr>
          <p:nvPr>
            <p:ph type="title"/>
          </p:nvPr>
        </p:nvSpPr>
        <p:spPr/>
        <p:txBody>
          <a:bodyPr/>
          <a:lstStyle/>
          <a:p>
            <a:r>
              <a:rPr lang="en-US" dirty="0"/>
              <a:t>The presentation</a:t>
            </a:r>
          </a:p>
        </p:txBody>
      </p:sp>
      <p:sp>
        <p:nvSpPr>
          <p:cNvPr id="3" name="Content Placeholder 2">
            <a:extLst>
              <a:ext uri="{FF2B5EF4-FFF2-40B4-BE49-F238E27FC236}">
                <a16:creationId xmlns:a16="http://schemas.microsoft.com/office/drawing/2014/main" id="{CDF094F4-68FB-C6EE-2110-754BA8E201DF}"/>
              </a:ext>
            </a:extLst>
          </p:cNvPr>
          <p:cNvSpPr>
            <a:spLocks noGrp="1"/>
          </p:cNvSpPr>
          <p:nvPr>
            <p:ph sz="quarter" idx="11"/>
          </p:nvPr>
        </p:nvSpPr>
        <p:spPr/>
        <p:txBody>
          <a:bodyPr>
            <a:normAutofit/>
          </a:bodyPr>
          <a:lstStyle/>
          <a:p>
            <a:pPr marL="457200" indent="-457200">
              <a:buFont typeface="Arial" panose="020B0604020202020204" pitchFamily="34" charset="0"/>
              <a:buChar char="•"/>
            </a:pPr>
            <a:r>
              <a:rPr lang="en-US" sz="2400" dirty="0"/>
              <a:t>Split your team in half.</a:t>
            </a:r>
          </a:p>
          <a:p>
            <a:pPr marL="457200" indent="-457200">
              <a:buFont typeface="Arial" panose="020B0604020202020204" pitchFamily="34" charset="0"/>
              <a:buChar char="•"/>
            </a:pPr>
            <a:r>
              <a:rPr lang="en-US" sz="2400" dirty="0"/>
              <a:t>2 students will be in group A, and 2 students will be in group B.</a:t>
            </a:r>
          </a:p>
          <a:p>
            <a:pPr marL="457200" indent="-457200">
              <a:buFont typeface="Arial" panose="020B0604020202020204" pitchFamily="34" charset="0"/>
              <a:buChar char="•"/>
            </a:pPr>
            <a:r>
              <a:rPr lang="en-US" sz="2400" dirty="0"/>
              <a:t>For the presentation, your team needs to create a 5-minute presentation that presents your poster.</a:t>
            </a:r>
          </a:p>
          <a:p>
            <a:pPr marL="904875" lvl="1" indent="-457200"/>
            <a:r>
              <a:rPr lang="en-US" sz="2400" dirty="0"/>
              <a:t>Group A and Group B will present separately, so you’ll have 2 people at a time for the presentation</a:t>
            </a:r>
          </a:p>
          <a:p>
            <a:pPr marL="457200" indent="-457200">
              <a:buFont typeface="Arial" panose="020B0604020202020204" pitchFamily="34" charset="0"/>
              <a:buChar char="•"/>
            </a:pPr>
            <a:r>
              <a:rPr lang="en-US" sz="2400" dirty="0"/>
              <a:t>The presentation should thoroughly describe your problem and each step of the problem-solving process.</a:t>
            </a:r>
          </a:p>
          <a:p>
            <a:pPr marL="457200" indent="-457200">
              <a:buFont typeface="Arial" panose="020B0604020202020204" pitchFamily="34" charset="0"/>
              <a:buChar char="•"/>
            </a:pPr>
            <a:r>
              <a:rPr lang="en-US" sz="2400" dirty="0"/>
              <a:t>The speakers in your team must share presentation time evenly</a:t>
            </a:r>
          </a:p>
          <a:p>
            <a:pPr marL="457200" indent="-457200">
              <a:buFont typeface="Arial" panose="020B0604020202020204" pitchFamily="34" charset="0"/>
              <a:buChar char="•"/>
            </a:pPr>
            <a:r>
              <a:rPr lang="en-US" sz="2400" b="1" dirty="0"/>
              <a:t>You will not have scripts or notes for your presentations</a:t>
            </a:r>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2186821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58DC7-BCB4-B09F-2085-9BA27D1F6BE8}"/>
              </a:ext>
            </a:extLst>
          </p:cNvPr>
          <p:cNvSpPr>
            <a:spLocks noGrp="1"/>
          </p:cNvSpPr>
          <p:nvPr>
            <p:ph type="title"/>
          </p:nvPr>
        </p:nvSpPr>
        <p:spPr/>
        <p:txBody>
          <a:bodyPr/>
          <a:lstStyle/>
          <a:p>
            <a:r>
              <a:rPr lang="en-US" dirty="0"/>
              <a:t>Presentation Day</a:t>
            </a:r>
          </a:p>
        </p:txBody>
      </p:sp>
      <p:sp>
        <p:nvSpPr>
          <p:cNvPr id="3" name="Content Placeholder 2">
            <a:extLst>
              <a:ext uri="{FF2B5EF4-FFF2-40B4-BE49-F238E27FC236}">
                <a16:creationId xmlns:a16="http://schemas.microsoft.com/office/drawing/2014/main" id="{4134C5FB-94A8-35CF-2DA7-08C49E6CBEFC}"/>
              </a:ext>
            </a:extLst>
          </p:cNvPr>
          <p:cNvSpPr>
            <a:spLocks noGrp="1"/>
          </p:cNvSpPr>
          <p:nvPr>
            <p:ph sz="quarter" idx="11"/>
          </p:nvPr>
        </p:nvSpPr>
        <p:spPr/>
        <p:txBody>
          <a:bodyPr>
            <a:normAutofit lnSpcReduction="10000"/>
          </a:bodyPr>
          <a:lstStyle/>
          <a:p>
            <a:pPr marL="457200" indent="-457200">
              <a:buFont typeface="Arial" panose="020B0604020202020204" pitchFamily="34" charset="0"/>
              <a:buChar char="•"/>
            </a:pPr>
            <a:r>
              <a:rPr lang="en-US" sz="2400" dirty="0"/>
              <a:t>On the day of the presentation, there will be two parts for the poster presentation.</a:t>
            </a:r>
          </a:p>
          <a:p>
            <a:pPr marL="457200" indent="-457200">
              <a:buFont typeface="Arial" panose="020B0604020202020204" pitchFamily="34" charset="0"/>
              <a:buChar char="•"/>
            </a:pPr>
            <a:r>
              <a:rPr lang="en-US" sz="2400" dirty="0"/>
              <a:t>Part 1 – 45 minutes:</a:t>
            </a:r>
          </a:p>
          <a:p>
            <a:pPr marL="904875" lvl="1" indent="-457200"/>
            <a:r>
              <a:rPr lang="en-US" sz="2400" dirty="0"/>
              <a:t>Group A of each team will stand at their posters to present, while the rest of the class will act as “conference attendees” acting as an audience while circulating around the room to each of the posters.</a:t>
            </a:r>
          </a:p>
          <a:p>
            <a:pPr marL="457200" indent="-457200">
              <a:buFont typeface="Arial" panose="020B0604020202020204" pitchFamily="34" charset="0"/>
              <a:buChar char="•"/>
            </a:pPr>
            <a:r>
              <a:rPr lang="en-US" sz="2400" dirty="0"/>
              <a:t>Part 2 – 45 minutes:</a:t>
            </a:r>
          </a:p>
          <a:p>
            <a:pPr marL="904875" lvl="1" indent="-457200"/>
            <a:r>
              <a:rPr lang="en-US" sz="2400" dirty="0"/>
              <a:t>The groups will swap. Group B will now present at the posters and Group A students will be the attendees.</a:t>
            </a:r>
          </a:p>
          <a:p>
            <a:pPr marL="457200" indent="-457200">
              <a:buFont typeface="Arial" panose="020B0604020202020204" pitchFamily="34" charset="0"/>
              <a:buChar char="•"/>
            </a:pPr>
            <a:r>
              <a:rPr lang="en-US" sz="2400" dirty="0"/>
              <a:t>Your teacher will grade both groups.</a:t>
            </a:r>
          </a:p>
          <a:p>
            <a:pPr marL="457200" indent="-457200">
              <a:buFont typeface="Arial" panose="020B0604020202020204" pitchFamily="34" charset="0"/>
              <a:buChar char="•"/>
            </a:pPr>
            <a:r>
              <a:rPr lang="en-US" sz="2400" dirty="0"/>
              <a:t>You will be graded on your presentation and on your participation in listening to the other teams’ presentations.</a:t>
            </a:r>
          </a:p>
        </p:txBody>
      </p:sp>
    </p:spTree>
    <p:extLst>
      <p:ext uri="{BB962C8B-B14F-4D97-AF65-F5344CB8AC3E}">
        <p14:creationId xmlns:p14="http://schemas.microsoft.com/office/powerpoint/2010/main" val="2814286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F83C-D9FF-2546-ADF8-3CFA63414182}"/>
              </a:ext>
            </a:extLst>
          </p:cNvPr>
          <p:cNvSpPr>
            <a:spLocks noGrp="1"/>
          </p:cNvSpPr>
          <p:nvPr>
            <p:ph type="title"/>
          </p:nvPr>
        </p:nvSpPr>
        <p:spPr/>
        <p:txBody>
          <a:bodyPr/>
          <a:lstStyle/>
          <a:p>
            <a:r>
              <a:rPr lang="en-US" dirty="0"/>
              <a:t>Updates and Reminders</a:t>
            </a:r>
          </a:p>
        </p:txBody>
      </p:sp>
      <p:sp>
        <p:nvSpPr>
          <p:cNvPr id="3" name="Text Placeholder 2">
            <a:extLst>
              <a:ext uri="{FF2B5EF4-FFF2-40B4-BE49-F238E27FC236}">
                <a16:creationId xmlns:a16="http://schemas.microsoft.com/office/drawing/2014/main" id="{79C0177B-FD5E-377F-5A0D-2E09265E4171}"/>
              </a:ext>
            </a:extLst>
          </p:cNvPr>
          <p:cNvSpPr>
            <a:spLocks noGrp="1"/>
          </p:cNvSpPr>
          <p:nvPr>
            <p:ph type="body" sz="quarter" idx="11"/>
          </p:nvPr>
        </p:nvSpPr>
        <p:spPr/>
        <p:txBody>
          <a:bodyPr>
            <a:normAutofit/>
          </a:bodyPr>
          <a:lstStyle/>
          <a:p>
            <a:pPr marL="342900" indent="-342900">
              <a:buFont typeface="Arial" panose="020B0604020202020204" pitchFamily="34" charset="0"/>
              <a:buChar char="•"/>
            </a:pPr>
            <a:r>
              <a:rPr lang="en-US" dirty="0"/>
              <a:t>Thank you for all of your hard work this semester!</a:t>
            </a:r>
          </a:p>
        </p:txBody>
      </p:sp>
    </p:spTree>
    <p:extLst>
      <p:ext uri="{BB962C8B-B14F-4D97-AF65-F5344CB8AC3E}">
        <p14:creationId xmlns:p14="http://schemas.microsoft.com/office/powerpoint/2010/main" val="3007953351"/>
      </p:ext>
    </p:extLst>
  </p:cSld>
  <p:clrMapOvr>
    <a:masterClrMapping/>
  </p:clrMapOvr>
</p:sld>
</file>

<file path=ppt/theme/theme1.xml><?xml version="1.0" encoding="utf-8"?>
<a:theme xmlns:a="http://schemas.openxmlformats.org/drawingml/2006/main" name="Theme 2025">
  <a:themeElements>
    <a:clrScheme name="Personnalisé 16">
      <a:dk1>
        <a:sysClr val="windowText" lastClr="000000"/>
      </a:dk1>
      <a:lt1>
        <a:srgbClr val="FFFFFF"/>
      </a:lt1>
      <a:dk2>
        <a:srgbClr val="000000"/>
      </a:dk2>
      <a:lt2>
        <a:srgbClr val="FFFFFF"/>
      </a:lt2>
      <a:accent1>
        <a:srgbClr val="000000"/>
      </a:accent1>
      <a:accent2>
        <a:srgbClr val="685599"/>
      </a:accent2>
      <a:accent3>
        <a:srgbClr val="885C9A"/>
      </a:accent3>
      <a:accent4>
        <a:srgbClr val="1D395A"/>
      </a:accent4>
      <a:accent5>
        <a:srgbClr val="C0B773"/>
      </a:accent5>
      <a:accent6>
        <a:srgbClr val="A0CBD1"/>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4800" dirty="0" smtClean="0">
            <a:solidFill>
              <a:schemeClr val="accent4"/>
            </a:solidFill>
            <a:latin typeface="AlternateGothicEF NoTwo" panose="02000006040000020004" pitchFamily="2" charset="0"/>
          </a:defRPr>
        </a:defPPr>
      </a:lstStyle>
    </a:txDef>
  </a:objectDefaults>
  <a:extraClrSchemeLst/>
  <a:extLst>
    <a:ext uri="{05A4C25C-085E-4340-85A3-A5531E510DB2}">
      <thm15:themeFamily xmlns:thm15="http://schemas.microsoft.com/office/thememl/2012/main" name="Theme 2025" id="{C42BE53D-F96C-431F-98E6-D775215CC544}" vid="{9F1EECF5-A3AA-4D01-9E87-81F6CE37EAC8}"/>
    </a:ext>
  </a:extLst>
</a:theme>
</file>

<file path=docProps/app.xml><?xml version="1.0" encoding="utf-8"?>
<Properties xmlns="http://schemas.openxmlformats.org/officeDocument/2006/extended-properties" xmlns:vt="http://schemas.openxmlformats.org/officeDocument/2006/docPropsVTypes">
  <Template>Theme 2025</Template>
  <TotalTime>9968</TotalTime>
  <Words>563</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AlternateGothicEF-NoTwo</vt:lpstr>
      <vt:lpstr>Arial</vt:lpstr>
      <vt:lpstr>Avenir Next LT Pro</vt:lpstr>
      <vt:lpstr>Calibri</vt:lpstr>
      <vt:lpstr>Calibri Light</vt:lpstr>
      <vt:lpstr>Theme 2025</vt:lpstr>
      <vt:lpstr>PowerPoint Presentation</vt:lpstr>
      <vt:lpstr>Lesson Objectives</vt:lpstr>
      <vt:lpstr>class dates and evaluations</vt:lpstr>
      <vt:lpstr>Student Feedback Survey</vt:lpstr>
      <vt:lpstr>Poster Presentations</vt:lpstr>
      <vt:lpstr>Poster Requirements</vt:lpstr>
      <vt:lpstr>The presentation</vt:lpstr>
      <vt:lpstr>Presentation Day</vt:lpstr>
      <vt:lpstr>Updates and Reminders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DUNTON Kira</dc:creator>
  <cp:lastModifiedBy>DUNTON Kira</cp:lastModifiedBy>
  <cp:revision>9</cp:revision>
  <dcterms:created xsi:type="dcterms:W3CDTF">2025-09-04T13:40:56Z</dcterms:created>
  <dcterms:modified xsi:type="dcterms:W3CDTF">2025-11-14T12:55:49Z</dcterms:modified>
</cp:coreProperties>
</file>